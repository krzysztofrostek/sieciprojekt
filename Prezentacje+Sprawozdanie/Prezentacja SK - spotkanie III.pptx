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9144000"/>
  <p:embeddedFontLst>
    <p:embeddedFont>
      <p:font typeface="Play"/>
      <p:regular r:id="rId12"/>
      <p:bold r:id="rId13"/>
    </p:embeddedFont>
    <p:embeddedFont>
      <p:font typeface="Arial Black"/>
      <p:regular r:id="rId1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font" Target="fonts/Play-bold.fntdata"/><Relationship Id="rId12" Type="http://schemas.openxmlformats.org/officeDocument/2006/relationships/font" Target="fonts/Play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schemas.openxmlformats.org/officeDocument/2006/relationships/font" Target="fonts/ArialBlack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zawartość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ajd tytułowy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agłówek sekcji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wa elementy zawartości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ównanie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lko tytuł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usty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awartość z podpisem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raz z podpisem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i tekst pionowy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ytuł pionowy i teks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l-P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377576" y="621553"/>
            <a:ext cx="9436847" cy="27084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32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SYMULATOR UKŁADU AUTOMATYCZNEJ REGULACJI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2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24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Spotkanie seminaryjne III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Krytyczne funkcjonalności sieciowe</a:t>
            </a:r>
            <a:endParaRPr b="0" i="0" sz="1800" u="none" cap="none" strike="noStrike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85" name="Google Shape;85;p13"/>
          <p:cNvSpPr txBox="1"/>
          <p:nvPr/>
        </p:nvSpPr>
        <p:spPr>
          <a:xfrm>
            <a:off x="8600567" y="5036118"/>
            <a:ext cx="2949176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l-PL" sz="1800" u="none" cap="none" strike="noStrike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Przygotowali: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Paweł Urbaniak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Krzysztof Rostek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18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Wojciech Kozłowski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146957" y="103402"/>
            <a:ext cx="4506686" cy="620498"/>
          </a:xfrm>
          <a:prstGeom prst="roundRect">
            <a:avLst>
              <a:gd fmla="val 16667" name="adj"/>
            </a:avLst>
          </a:prstGeom>
          <a:solidFill>
            <a:srgbClr val="00B0F0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0" y="593271"/>
            <a:ext cx="12192000" cy="6264729"/>
          </a:xfrm>
          <a:prstGeom prst="rect">
            <a:avLst/>
          </a:prstGeom>
          <a:solidFill>
            <a:srgbClr val="00B0F0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146957" y="108853"/>
            <a:ext cx="450668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WYKRYWANIE OPÓŹNIEŃ</a:t>
            </a:r>
            <a:endParaRPr sz="20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4800600" y="130610"/>
            <a:ext cx="20900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PROTOKÓŁ</a:t>
            </a:r>
            <a:endParaRPr sz="20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pic>
        <p:nvPicPr>
          <p:cNvPr id="94" name="Google Shape;9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0837" y="917980"/>
            <a:ext cx="5515163" cy="3294337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5544" y="3575337"/>
            <a:ext cx="6635619" cy="2960867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7037614" y="108853"/>
            <a:ext cx="2667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SERIALIZACJA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5"/>
          <p:cNvSpPr/>
          <p:nvPr/>
        </p:nvSpPr>
        <p:spPr>
          <a:xfrm>
            <a:off x="4800599" y="108853"/>
            <a:ext cx="2090057" cy="620498"/>
          </a:xfrm>
          <a:prstGeom prst="roundRect">
            <a:avLst>
              <a:gd fmla="val 16667" name="adj"/>
            </a:avLst>
          </a:prstGeom>
          <a:solidFill>
            <a:srgbClr val="7030A0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0" y="593271"/>
            <a:ext cx="12192000" cy="6264729"/>
          </a:xfrm>
          <a:prstGeom prst="rect">
            <a:avLst/>
          </a:prstGeom>
          <a:solidFill>
            <a:srgbClr val="7030A0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5"/>
          <p:cNvSpPr txBox="1"/>
          <p:nvPr/>
        </p:nvSpPr>
        <p:spPr>
          <a:xfrm>
            <a:off x="146957" y="108853"/>
            <a:ext cx="450668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WYKRYWANIE OPÓŹNIEŃ</a:t>
            </a:r>
            <a:endParaRPr sz="20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4" name="Google Shape;104;p15"/>
          <p:cNvSpPr txBox="1"/>
          <p:nvPr/>
        </p:nvSpPr>
        <p:spPr>
          <a:xfrm>
            <a:off x="4800600" y="130610"/>
            <a:ext cx="20900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PROTOKÓŁ</a:t>
            </a:r>
            <a:endParaRPr sz="20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05" name="Google Shape;105;p15"/>
          <p:cNvSpPr txBox="1"/>
          <p:nvPr/>
        </p:nvSpPr>
        <p:spPr>
          <a:xfrm>
            <a:off x="7037614" y="108853"/>
            <a:ext cx="2667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SERIALIZACJA</a:t>
            </a:r>
            <a:endParaRPr/>
          </a:p>
        </p:txBody>
      </p:sp>
      <p:pic>
        <p:nvPicPr>
          <p:cNvPr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30788" y="3201010"/>
            <a:ext cx="8829675" cy="32147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95548" y="1032914"/>
            <a:ext cx="6700157" cy="18101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6"/>
          <p:cNvSpPr/>
          <p:nvPr/>
        </p:nvSpPr>
        <p:spPr>
          <a:xfrm>
            <a:off x="7037612" y="108853"/>
            <a:ext cx="2667002" cy="620498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6"/>
          <p:cNvSpPr/>
          <p:nvPr/>
        </p:nvSpPr>
        <p:spPr>
          <a:xfrm>
            <a:off x="0" y="593271"/>
            <a:ext cx="12192000" cy="6264729"/>
          </a:xfrm>
          <a:prstGeom prst="rect">
            <a:avLst/>
          </a:prstGeom>
          <a:solidFill>
            <a:srgbClr val="92D050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6"/>
          <p:cNvSpPr txBox="1"/>
          <p:nvPr/>
        </p:nvSpPr>
        <p:spPr>
          <a:xfrm>
            <a:off x="146957" y="108853"/>
            <a:ext cx="450668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WYKRYWANIE OPÓŹNIEŃ</a:t>
            </a:r>
            <a:endParaRPr sz="20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5" name="Google Shape;115;p16"/>
          <p:cNvSpPr txBox="1"/>
          <p:nvPr/>
        </p:nvSpPr>
        <p:spPr>
          <a:xfrm>
            <a:off x="4800599" y="108852"/>
            <a:ext cx="20900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PROTOKÓŁ</a:t>
            </a:r>
            <a:endParaRPr sz="20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16" name="Google Shape;116;p16"/>
          <p:cNvSpPr txBox="1"/>
          <p:nvPr/>
        </p:nvSpPr>
        <p:spPr>
          <a:xfrm>
            <a:off x="7037614" y="108853"/>
            <a:ext cx="2667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SERIALIZACJA</a:t>
            </a:r>
            <a:endParaRPr/>
          </a:p>
        </p:txBody>
      </p:sp>
      <p:pic>
        <p:nvPicPr>
          <p:cNvPr id="117" name="Google Shape;11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32468" y="940942"/>
            <a:ext cx="7327063" cy="5569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7"/>
          <p:cNvSpPr/>
          <p:nvPr/>
        </p:nvSpPr>
        <p:spPr>
          <a:xfrm>
            <a:off x="7037612" y="108853"/>
            <a:ext cx="2667002" cy="620498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0" y="593271"/>
            <a:ext cx="12192000" cy="6264729"/>
          </a:xfrm>
          <a:prstGeom prst="rect">
            <a:avLst/>
          </a:prstGeom>
          <a:solidFill>
            <a:srgbClr val="92D050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17"/>
          <p:cNvSpPr txBox="1"/>
          <p:nvPr/>
        </p:nvSpPr>
        <p:spPr>
          <a:xfrm>
            <a:off x="146957" y="108853"/>
            <a:ext cx="450668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WYKRYWANIE OPÓŹNIEŃ</a:t>
            </a:r>
            <a:endParaRPr sz="20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4800599" y="108852"/>
            <a:ext cx="20900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PROTOKÓŁ</a:t>
            </a:r>
            <a:endParaRPr sz="20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26" name="Google Shape;126;p17"/>
          <p:cNvSpPr txBox="1"/>
          <p:nvPr/>
        </p:nvSpPr>
        <p:spPr>
          <a:xfrm>
            <a:off x="7037614" y="108853"/>
            <a:ext cx="2667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SERIALIZACJA</a:t>
            </a:r>
            <a:endParaRPr/>
          </a:p>
        </p:txBody>
      </p:sp>
      <p:pic>
        <p:nvPicPr>
          <p:cNvPr id="127" name="Google Shape;12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14512" y="1587408"/>
            <a:ext cx="9162973" cy="427645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8"/>
          <p:cNvSpPr/>
          <p:nvPr/>
        </p:nvSpPr>
        <p:spPr>
          <a:xfrm>
            <a:off x="7037612" y="108853"/>
            <a:ext cx="2667002" cy="620498"/>
          </a:xfrm>
          <a:prstGeom prst="roundRect">
            <a:avLst>
              <a:gd fmla="val 16667" name="adj"/>
            </a:avLst>
          </a:prstGeom>
          <a:solidFill>
            <a:srgbClr val="92D050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/>
          <p:nvPr/>
        </p:nvSpPr>
        <p:spPr>
          <a:xfrm>
            <a:off x="0" y="593271"/>
            <a:ext cx="12192000" cy="6264729"/>
          </a:xfrm>
          <a:prstGeom prst="rect">
            <a:avLst/>
          </a:prstGeom>
          <a:solidFill>
            <a:srgbClr val="92D050"/>
          </a:solidFill>
          <a:ln cap="flat" cmpd="sng" w="19050">
            <a:solidFill>
              <a:srgbClr val="082836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146957" y="108853"/>
            <a:ext cx="450668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WYKRYWANIE OPÓŹNIEŃ</a:t>
            </a:r>
            <a:endParaRPr sz="20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4800599" y="108852"/>
            <a:ext cx="209005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PROTOKÓŁ</a:t>
            </a:r>
            <a:endParaRPr sz="2000">
              <a:solidFill>
                <a:schemeClr val="lt1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  <p:sp>
        <p:nvSpPr>
          <p:cNvPr id="136" name="Google Shape;136;p18"/>
          <p:cNvSpPr txBox="1"/>
          <p:nvPr/>
        </p:nvSpPr>
        <p:spPr>
          <a:xfrm>
            <a:off x="7037614" y="108853"/>
            <a:ext cx="266700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24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SERIALIZACJA</a:t>
            </a:r>
            <a:endParaRPr/>
          </a:p>
        </p:txBody>
      </p:sp>
      <p:pic>
        <p:nvPicPr>
          <p:cNvPr id="137" name="Google Shape;13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29758" y="994139"/>
            <a:ext cx="7932479" cy="545826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9"/>
          <p:cNvSpPr txBox="1"/>
          <p:nvPr/>
        </p:nvSpPr>
        <p:spPr>
          <a:xfrm>
            <a:off x="2424536" y="2721114"/>
            <a:ext cx="7342927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l-PL" sz="4000">
                <a:solidFill>
                  <a:schemeClr val="lt1"/>
                </a:solidFill>
                <a:latin typeface="Arial Black"/>
                <a:ea typeface="Arial Black"/>
                <a:cs typeface="Arial Black"/>
                <a:sym typeface="Arial Black"/>
              </a:rPr>
              <a:t>DZIĘKUJEMY ZA UWAGĘ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tyw pakietu Office">
  <a:themeElements>
    <a:clrScheme name="Pakiet 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