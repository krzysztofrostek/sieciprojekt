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57" r:id="rId5"/>
    <p:sldId id="258" r:id="rId6"/>
    <p:sldId id="259" r:id="rId7"/>
    <p:sldId id="261" r:id="rId8"/>
    <p:sldId id="260" r:id="rId9"/>
    <p:sldId id="262" r:id="rId10"/>
    <p:sldId id="263" r:id="rId11"/>
    <p:sldId id="265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6D30A7-F8B7-5532-4455-5CB8F080AE1F}" v="269" dt="2026-04-01T12:01:37.048"/>
    <p1510:client id="{63F56C22-8DBA-F6CF-B60E-2A3D7DCA9EDF}" v="70" dt="2026-03-31T22:05:45.941"/>
    <p1510:client id="{985AB613-433C-3185-8A39-344A0800DA7F}" v="80" dt="2026-03-31T22:15:15.704"/>
    <p1510:client id="{E9276C87-4ED9-4F88-BC65-43CC0CB790CE}" v="352" dt="2026-04-01T11:53:55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zysztof Rostek (kr316302)" userId="S::kr316302@student.polsl.pl::aef224dc-c95c-457e-ae01-0cc39580930b" providerId="AD" clId="Web-{01866ED4-46A9-A996-D223-5654697E596A}"/>
    <pc:docChg chg="addSld modSld">
      <pc:chgData name="Krzysztof Rostek (kr316302)" userId="S::kr316302@student.polsl.pl::aef224dc-c95c-457e-ae01-0cc39580930b" providerId="AD" clId="Web-{01866ED4-46A9-A996-D223-5654697E596A}" dt="2026-03-29T23:07:42.964" v="251" actId="1076"/>
      <pc:docMkLst>
        <pc:docMk/>
      </pc:docMkLst>
      <pc:sldChg chg="addSp delSp modSp mod setBg">
        <pc:chgData name="Krzysztof Rostek (kr316302)" userId="S::kr316302@student.polsl.pl::aef224dc-c95c-457e-ae01-0cc39580930b" providerId="AD" clId="Web-{01866ED4-46A9-A996-D223-5654697E596A}" dt="2026-03-29T23:07:42.964" v="251" actId="1076"/>
        <pc:sldMkLst>
          <pc:docMk/>
          <pc:sldMk cId="1129145650" sldId="257"/>
        </pc:sldMkLst>
        <pc:spChg chg="mod">
          <ac:chgData name="Krzysztof Rostek (kr316302)" userId="S::kr316302@student.polsl.pl::aef224dc-c95c-457e-ae01-0cc39580930b" providerId="AD" clId="Web-{01866ED4-46A9-A996-D223-5654697E596A}" dt="2026-03-29T23:07:26.635" v="245"/>
          <ac:spMkLst>
            <pc:docMk/>
            <pc:sldMk cId="1129145650" sldId="257"/>
            <ac:spMk id="2" creationId="{CA9F5EB5-A2D4-31C3-0081-80079D1C45DD}"/>
          </ac:spMkLst>
        </pc:spChg>
        <pc:spChg chg="mod ord">
          <ac:chgData name="Krzysztof Rostek (kr316302)" userId="S::kr316302@student.polsl.pl::aef224dc-c95c-457e-ae01-0cc39580930b" providerId="AD" clId="Web-{01866ED4-46A9-A996-D223-5654697E596A}" dt="2026-03-29T23:07:26.635" v="245"/>
          <ac:spMkLst>
            <pc:docMk/>
            <pc:sldMk cId="1129145650" sldId="257"/>
            <ac:spMk id="3" creationId="{166A4BDB-1A74-C65B-3154-82D8C3B0A1B5}"/>
          </ac:spMkLst>
        </pc:spChg>
        <pc:picChg chg="add mod">
          <ac:chgData name="Krzysztof Rostek (kr316302)" userId="S::kr316302@student.polsl.pl::aef224dc-c95c-457e-ae01-0cc39580930b" providerId="AD" clId="Web-{01866ED4-46A9-A996-D223-5654697E596A}" dt="2026-03-29T23:07:42.964" v="251" actId="1076"/>
          <ac:picMkLst>
            <pc:docMk/>
            <pc:sldMk cId="1129145650" sldId="257"/>
            <ac:picMk id="5" creationId="{2E39DCFF-F045-729A-8605-7DE211EB34A8}"/>
          </ac:picMkLst>
        </pc:picChg>
      </pc:sldChg>
      <pc:sldChg chg="modSp">
        <pc:chgData name="Krzysztof Rostek (kr316302)" userId="S::kr316302@student.polsl.pl::aef224dc-c95c-457e-ae01-0cc39580930b" providerId="AD" clId="Web-{01866ED4-46A9-A996-D223-5654697E596A}" dt="2026-03-29T23:03:26.115" v="175" actId="20577"/>
        <pc:sldMkLst>
          <pc:docMk/>
          <pc:sldMk cId="2370102423" sldId="260"/>
        </pc:sldMkLst>
        <pc:spChg chg="mod">
          <ac:chgData name="Krzysztof Rostek (kr316302)" userId="S::kr316302@student.polsl.pl::aef224dc-c95c-457e-ae01-0cc39580930b" providerId="AD" clId="Web-{01866ED4-46A9-A996-D223-5654697E596A}" dt="2026-03-29T23:03:26.115" v="175" actId="20577"/>
          <ac:spMkLst>
            <pc:docMk/>
            <pc:sldMk cId="2370102423" sldId="260"/>
            <ac:spMk id="3" creationId="{A1A0450B-9BC3-FB5E-8FB6-F30441D378F1}"/>
          </ac:spMkLst>
        </pc:spChg>
      </pc:sldChg>
      <pc:sldChg chg="modSp new">
        <pc:chgData name="Krzysztof Rostek (kr316302)" userId="S::kr316302@student.polsl.pl::aef224dc-c95c-457e-ae01-0cc39580930b" providerId="AD" clId="Web-{01866ED4-46A9-A996-D223-5654697E596A}" dt="2026-03-29T22:55:49.277" v="143" actId="20577"/>
        <pc:sldMkLst>
          <pc:docMk/>
          <pc:sldMk cId="1520116978" sldId="261"/>
        </pc:sldMkLst>
        <pc:spChg chg="mod">
          <ac:chgData name="Krzysztof Rostek (kr316302)" userId="S::kr316302@student.polsl.pl::aef224dc-c95c-457e-ae01-0cc39580930b" providerId="AD" clId="Web-{01866ED4-46A9-A996-D223-5654697E596A}" dt="2026-03-29T22:55:49.277" v="143" actId="20577"/>
          <ac:spMkLst>
            <pc:docMk/>
            <pc:sldMk cId="1520116978" sldId="261"/>
            <ac:spMk id="3" creationId="{FAEA3842-FA61-80B9-6DD1-8E0BE1652355}"/>
          </ac:spMkLst>
        </pc:spChg>
      </pc:sldChg>
      <pc:sldChg chg="modSp new">
        <pc:chgData name="Krzysztof Rostek (kr316302)" userId="S::kr316302@student.polsl.pl::aef224dc-c95c-457e-ae01-0cc39580930b" providerId="AD" clId="Web-{01866ED4-46A9-A996-D223-5654697E596A}" dt="2026-03-29T23:06:59.633" v="236" actId="20577"/>
        <pc:sldMkLst>
          <pc:docMk/>
          <pc:sldMk cId="2439704067" sldId="262"/>
        </pc:sldMkLst>
        <pc:spChg chg="mod">
          <ac:chgData name="Krzysztof Rostek (kr316302)" userId="S::kr316302@student.polsl.pl::aef224dc-c95c-457e-ae01-0cc39580930b" providerId="AD" clId="Web-{01866ED4-46A9-A996-D223-5654697E596A}" dt="2026-03-29T23:06:59.633" v="236" actId="20577"/>
          <ac:spMkLst>
            <pc:docMk/>
            <pc:sldMk cId="2439704067" sldId="262"/>
            <ac:spMk id="3" creationId="{B0F3F153-3DD0-F84C-385D-FEB14B0614B1}"/>
          </ac:spMkLst>
        </pc:spChg>
      </pc:sldChg>
    </pc:docChg>
  </pc:docChgLst>
  <pc:docChgLst>
    <pc:chgData name="Paweł Urbaniak (pu316252)" userId="S::pu316252@student.polsl.pl::5a810bbf-09a7-4f9d-b9b7-2f917043c8b2" providerId="AD" clId="Web-{985AB613-433C-3185-8A39-344A0800DA7F}"/>
    <pc:docChg chg="addSld delSld modSld">
      <pc:chgData name="Paweł Urbaniak (pu316252)" userId="S::pu316252@student.polsl.pl::5a810bbf-09a7-4f9d-b9b7-2f917043c8b2" providerId="AD" clId="Web-{985AB613-433C-3185-8A39-344A0800DA7F}" dt="2026-03-31T22:15:15.704" v="55"/>
      <pc:docMkLst>
        <pc:docMk/>
      </pc:docMkLst>
      <pc:sldChg chg="addSp delSp modSp new mod setBg">
        <pc:chgData name="Paweł Urbaniak (pu316252)" userId="S::pu316252@student.polsl.pl::5a810bbf-09a7-4f9d-b9b7-2f917043c8b2" providerId="AD" clId="Web-{985AB613-433C-3185-8A39-344A0800DA7F}" dt="2026-03-31T22:12:27.793" v="32"/>
        <pc:sldMkLst>
          <pc:docMk/>
          <pc:sldMk cId="2319393687" sldId="263"/>
        </pc:sldMkLst>
        <pc:spChg chg="del">
          <ac:chgData name="Paweł Urbaniak (pu316252)" userId="S::pu316252@student.polsl.pl::5a810bbf-09a7-4f9d-b9b7-2f917043c8b2" providerId="AD" clId="Web-{985AB613-433C-3185-8A39-344A0800DA7F}" dt="2026-03-31T22:09:59.228" v="1"/>
          <ac:spMkLst>
            <pc:docMk/>
            <pc:sldMk cId="2319393687" sldId="263"/>
            <ac:spMk id="2" creationId="{C62B29B2-06DF-DD01-5222-91C7C9B6A325}"/>
          </ac:spMkLst>
        </pc:spChg>
        <pc:spChg chg="del">
          <ac:chgData name="Paweł Urbaniak (pu316252)" userId="S::pu316252@student.polsl.pl::5a810bbf-09a7-4f9d-b9b7-2f917043c8b2" providerId="AD" clId="Web-{985AB613-433C-3185-8A39-344A0800DA7F}" dt="2026-03-31T22:10:04.946" v="2"/>
          <ac:spMkLst>
            <pc:docMk/>
            <pc:sldMk cId="2319393687" sldId="263"/>
            <ac:spMk id="3" creationId="{F1BD1833-AD43-8762-9BEA-860588F2F506}"/>
          </ac:spMkLst>
        </pc:spChg>
        <pc:spChg chg="add mod">
          <ac:chgData name="Paweł Urbaniak (pu316252)" userId="S::pu316252@student.polsl.pl::5a810bbf-09a7-4f9d-b9b7-2f917043c8b2" providerId="AD" clId="Web-{985AB613-433C-3185-8A39-344A0800DA7F}" dt="2026-03-31T22:12:27.793" v="32"/>
          <ac:spMkLst>
            <pc:docMk/>
            <pc:sldMk cId="2319393687" sldId="263"/>
            <ac:spMk id="4" creationId="{2840E003-A416-65DF-7489-D7E7036828FA}"/>
          </ac:spMkLst>
        </pc:spChg>
        <pc:spChg chg="add del">
          <ac:chgData name="Paweł Urbaniak (pu316252)" userId="S::pu316252@student.polsl.pl::5a810bbf-09a7-4f9d-b9b7-2f917043c8b2" providerId="AD" clId="Web-{985AB613-433C-3185-8A39-344A0800DA7F}" dt="2026-03-31T22:12:27.793" v="31"/>
          <ac:spMkLst>
            <pc:docMk/>
            <pc:sldMk cId="2319393687" sldId="263"/>
            <ac:spMk id="10" creationId="{5DCB5928-DC7D-4612-9922-441966E15627}"/>
          </ac:spMkLst>
        </pc:spChg>
        <pc:spChg chg="add del">
          <ac:chgData name="Paweł Urbaniak (pu316252)" userId="S::pu316252@student.polsl.pl::5a810bbf-09a7-4f9d-b9b7-2f917043c8b2" providerId="AD" clId="Web-{985AB613-433C-3185-8A39-344A0800DA7F}" dt="2026-03-31T22:12:27.793" v="31"/>
          <ac:spMkLst>
            <pc:docMk/>
            <pc:sldMk cId="2319393687" sldId="263"/>
            <ac:spMk id="12" creationId="{682C1161-1736-45EC-99B7-33F3CAE9D517}"/>
          </ac:spMkLst>
        </pc:spChg>
        <pc:spChg chg="add del">
          <ac:chgData name="Paweł Urbaniak (pu316252)" userId="S::pu316252@student.polsl.pl::5a810bbf-09a7-4f9d-b9b7-2f917043c8b2" providerId="AD" clId="Web-{985AB613-433C-3185-8A39-344A0800DA7F}" dt="2026-03-31T22:12:27.793" v="31"/>
          <ac:spMkLst>
            <pc:docMk/>
            <pc:sldMk cId="2319393687" sldId="263"/>
            <ac:spMk id="14" creationId="{84D4DDB8-B68F-45B0-9F62-C4279996F672}"/>
          </ac:spMkLst>
        </pc:spChg>
        <pc:spChg chg="add del">
          <ac:chgData name="Paweł Urbaniak (pu316252)" userId="S::pu316252@student.polsl.pl::5a810bbf-09a7-4f9d-b9b7-2f917043c8b2" providerId="AD" clId="Web-{985AB613-433C-3185-8A39-344A0800DA7F}" dt="2026-03-31T22:12:27.793" v="31"/>
          <ac:spMkLst>
            <pc:docMk/>
            <pc:sldMk cId="2319393687" sldId="263"/>
            <ac:spMk id="16" creationId="{AF2F604E-43BE-4DC3-B983-E071523364F8}"/>
          </ac:spMkLst>
        </pc:spChg>
        <pc:spChg chg="add del">
          <ac:chgData name="Paweł Urbaniak (pu316252)" userId="S::pu316252@student.polsl.pl::5a810bbf-09a7-4f9d-b9b7-2f917043c8b2" providerId="AD" clId="Web-{985AB613-433C-3185-8A39-344A0800DA7F}" dt="2026-03-31T22:12:27.793" v="31"/>
          <ac:spMkLst>
            <pc:docMk/>
            <pc:sldMk cId="2319393687" sldId="263"/>
            <ac:spMk id="18" creationId="{08C9B587-E65E-4B52-B37C-ABEBB6E87928}"/>
          </ac:spMkLst>
        </pc:spChg>
        <pc:spChg chg="add">
          <ac:chgData name="Paweł Urbaniak (pu316252)" userId="S::pu316252@student.polsl.pl::5a810bbf-09a7-4f9d-b9b7-2f917043c8b2" providerId="AD" clId="Web-{985AB613-433C-3185-8A39-344A0800DA7F}" dt="2026-03-31T22:12:27.793" v="32"/>
          <ac:spMkLst>
            <pc:docMk/>
            <pc:sldMk cId="2319393687" sldId="263"/>
            <ac:spMk id="20" creationId="{9389D3E0-BA02-41D3-B2AC-8FD6AA893902}"/>
          </ac:spMkLst>
        </pc:spChg>
        <pc:picChg chg="add mod">
          <ac:chgData name="Paweł Urbaniak (pu316252)" userId="S::pu316252@student.polsl.pl::5a810bbf-09a7-4f9d-b9b7-2f917043c8b2" providerId="AD" clId="Web-{985AB613-433C-3185-8A39-344A0800DA7F}" dt="2026-03-31T22:12:27.793" v="32"/>
          <ac:picMkLst>
            <pc:docMk/>
            <pc:sldMk cId="2319393687" sldId="263"/>
            <ac:picMk id="5" creationId="{9EA27D83-8315-566B-DEF3-9D47458B6762}"/>
          </ac:picMkLst>
        </pc:picChg>
      </pc:sldChg>
      <pc:sldChg chg="addSp delSp modSp add del replId">
        <pc:chgData name="Paweł Urbaniak (pu316252)" userId="S::pu316252@student.polsl.pl::5a810bbf-09a7-4f9d-b9b7-2f917043c8b2" providerId="AD" clId="Web-{985AB613-433C-3185-8A39-344A0800DA7F}" dt="2026-03-31T22:15:15.704" v="55"/>
        <pc:sldMkLst>
          <pc:docMk/>
          <pc:sldMk cId="1882308414" sldId="264"/>
        </pc:sldMkLst>
        <pc:spChg chg="mod ord">
          <ac:chgData name="Paweł Urbaniak (pu316252)" userId="S::pu316252@student.polsl.pl::5a810bbf-09a7-4f9d-b9b7-2f917043c8b2" providerId="AD" clId="Web-{985AB613-433C-3185-8A39-344A0800DA7F}" dt="2026-03-31T22:14:07.452" v="45"/>
          <ac:spMkLst>
            <pc:docMk/>
            <pc:sldMk cId="1882308414" sldId="264"/>
            <ac:spMk id="4" creationId="{7FC9F322-6C17-1BF9-2A9F-A213B2BC56B5}"/>
          </ac:spMkLst>
        </pc:spChg>
        <pc:spChg chg="del">
          <ac:chgData name="Paweł Urbaniak (pu316252)" userId="S::pu316252@student.polsl.pl::5a810bbf-09a7-4f9d-b9b7-2f917043c8b2" providerId="AD" clId="Web-{985AB613-433C-3185-8A39-344A0800DA7F}" dt="2026-03-31T22:14:07.452" v="45"/>
          <ac:spMkLst>
            <pc:docMk/>
            <pc:sldMk cId="1882308414" sldId="264"/>
            <ac:spMk id="20" creationId="{0C2A13D9-E065-FB93-C00D-E91524633488}"/>
          </ac:spMkLst>
        </pc:spChg>
        <pc:spChg chg="add">
          <ac:chgData name="Paweł Urbaniak (pu316252)" userId="S::pu316252@student.polsl.pl::5a810bbf-09a7-4f9d-b9b7-2f917043c8b2" providerId="AD" clId="Web-{985AB613-433C-3185-8A39-344A0800DA7F}" dt="2026-03-31T22:14:07.452" v="45"/>
          <ac:spMkLst>
            <pc:docMk/>
            <pc:sldMk cId="1882308414" sldId="264"/>
            <ac:spMk id="25" creationId="{6B5E2835-4E47-45B3-9CFE-732FF7B05472}"/>
          </ac:spMkLst>
        </pc:spChg>
        <pc:spChg chg="add">
          <ac:chgData name="Paweł Urbaniak (pu316252)" userId="S::pu316252@student.polsl.pl::5a810bbf-09a7-4f9d-b9b7-2f917043c8b2" providerId="AD" clId="Web-{985AB613-433C-3185-8A39-344A0800DA7F}" dt="2026-03-31T22:14:07.452" v="45"/>
          <ac:spMkLst>
            <pc:docMk/>
            <pc:sldMk cId="1882308414" sldId="264"/>
            <ac:spMk id="27" creationId="{5B45AD5D-AA52-4F7B-9362-576A39AD9E09}"/>
          </ac:spMkLst>
        </pc:spChg>
        <pc:spChg chg="add">
          <ac:chgData name="Paweł Urbaniak (pu316252)" userId="S::pu316252@student.polsl.pl::5a810bbf-09a7-4f9d-b9b7-2f917043c8b2" providerId="AD" clId="Web-{985AB613-433C-3185-8A39-344A0800DA7F}" dt="2026-03-31T22:14:07.452" v="45"/>
          <ac:spMkLst>
            <pc:docMk/>
            <pc:sldMk cId="1882308414" sldId="264"/>
            <ac:spMk id="29" creationId="{AEDD7960-4866-4399-BEF6-DD1431AB4E34}"/>
          </ac:spMkLst>
        </pc:spChg>
        <pc:spChg chg="add">
          <ac:chgData name="Paweł Urbaniak (pu316252)" userId="S::pu316252@student.polsl.pl::5a810bbf-09a7-4f9d-b9b7-2f917043c8b2" providerId="AD" clId="Web-{985AB613-433C-3185-8A39-344A0800DA7F}" dt="2026-03-31T22:14:07.452" v="45"/>
          <ac:spMkLst>
            <pc:docMk/>
            <pc:sldMk cId="1882308414" sldId="264"/>
            <ac:spMk id="31" creationId="{55D4142C-5077-457F-A6AD-3FECFDB39685}"/>
          </ac:spMkLst>
        </pc:spChg>
        <pc:spChg chg="add">
          <ac:chgData name="Paweł Urbaniak (pu316252)" userId="S::pu316252@student.polsl.pl::5a810bbf-09a7-4f9d-b9b7-2f917043c8b2" providerId="AD" clId="Web-{985AB613-433C-3185-8A39-344A0800DA7F}" dt="2026-03-31T22:14:07.452" v="45"/>
          <ac:spMkLst>
            <pc:docMk/>
            <pc:sldMk cId="1882308414" sldId="264"/>
            <ac:spMk id="33" creationId="{7A5F0580-5EE9-419F-96EE-B6529EF6E7D0}"/>
          </ac:spMkLst>
        </pc:spChg>
        <pc:picChg chg="add mod">
          <ac:chgData name="Paweł Urbaniak (pu316252)" userId="S::pu316252@student.polsl.pl::5a810bbf-09a7-4f9d-b9b7-2f917043c8b2" providerId="AD" clId="Web-{985AB613-433C-3185-8A39-344A0800DA7F}" dt="2026-03-31T22:14:07.452" v="45"/>
          <ac:picMkLst>
            <pc:docMk/>
            <pc:sldMk cId="1882308414" sldId="264"/>
            <ac:picMk id="2" creationId="{D9DE1447-F325-489A-61AD-7C8921351429}"/>
          </ac:picMkLst>
        </pc:picChg>
        <pc:picChg chg="del">
          <ac:chgData name="Paweł Urbaniak (pu316252)" userId="S::pu316252@student.polsl.pl::5a810bbf-09a7-4f9d-b9b7-2f917043c8b2" providerId="AD" clId="Web-{985AB613-433C-3185-8A39-344A0800DA7F}" dt="2026-03-31T22:12:53.122" v="38"/>
          <ac:picMkLst>
            <pc:docMk/>
            <pc:sldMk cId="1882308414" sldId="264"/>
            <ac:picMk id="5" creationId="{12DBD096-8FF5-E02E-B2FF-A4C1E9E59E0A}"/>
          </ac:picMkLst>
        </pc:picChg>
      </pc:sldChg>
      <pc:sldChg chg="addSp delSp modSp add replId">
        <pc:chgData name="Paweł Urbaniak (pu316252)" userId="S::pu316252@student.polsl.pl::5a810bbf-09a7-4f9d-b9b7-2f917043c8b2" providerId="AD" clId="Web-{985AB613-433C-3185-8A39-344A0800DA7F}" dt="2026-03-31T22:15:08.688" v="54" actId="20577"/>
        <pc:sldMkLst>
          <pc:docMk/>
          <pc:sldMk cId="2172751928" sldId="265"/>
        </pc:sldMkLst>
        <pc:spChg chg="mod">
          <ac:chgData name="Paweł Urbaniak (pu316252)" userId="S::pu316252@student.polsl.pl::5a810bbf-09a7-4f9d-b9b7-2f917043c8b2" providerId="AD" clId="Web-{985AB613-433C-3185-8A39-344A0800DA7F}" dt="2026-03-31T22:15:08.688" v="54" actId="20577"/>
          <ac:spMkLst>
            <pc:docMk/>
            <pc:sldMk cId="2172751928" sldId="265"/>
            <ac:spMk id="4" creationId="{C031A88E-DBF5-8A3D-3111-1BDB904F0432}"/>
          </ac:spMkLst>
        </pc:spChg>
        <pc:picChg chg="add mod">
          <ac:chgData name="Paweł Urbaniak (pu316252)" userId="S::pu316252@student.polsl.pl::5a810bbf-09a7-4f9d-b9b7-2f917043c8b2" providerId="AD" clId="Web-{985AB613-433C-3185-8A39-344A0800DA7F}" dt="2026-03-31T22:14:58.547" v="50" actId="14100"/>
          <ac:picMkLst>
            <pc:docMk/>
            <pc:sldMk cId="2172751928" sldId="265"/>
            <ac:picMk id="2" creationId="{8E475276-E7C9-34D5-3E5A-2A720027D7FF}"/>
          </ac:picMkLst>
        </pc:picChg>
        <pc:picChg chg="del">
          <ac:chgData name="Paweł Urbaniak (pu316252)" userId="S::pu316252@student.polsl.pl::5a810bbf-09a7-4f9d-b9b7-2f917043c8b2" providerId="AD" clId="Web-{985AB613-433C-3185-8A39-344A0800DA7F}" dt="2026-03-31T22:15:01.532" v="51"/>
          <ac:picMkLst>
            <pc:docMk/>
            <pc:sldMk cId="2172751928" sldId="265"/>
            <ac:picMk id="5" creationId="{F58562D7-E587-CB9C-3BBD-335713F11A4A}"/>
          </ac:picMkLst>
        </pc:picChg>
      </pc:sldChg>
    </pc:docChg>
  </pc:docChgLst>
  <pc:docChgLst>
    <pc:chgData name="Wojciech Kozłowski (wk316266)" userId="S::wk316266@student.polsl.pl::dd37bd66-7e09-4638-a0a7-5e3fe773cd49" providerId="AD" clId="Web-{316D30A7-F8B7-5532-4455-5CB8F080AE1F}"/>
    <pc:docChg chg="addSld modSld">
      <pc:chgData name="Wojciech Kozłowski (wk316266)" userId="S::wk316266@student.polsl.pl::dd37bd66-7e09-4638-a0a7-5e3fe773cd49" providerId="AD" clId="Web-{316D30A7-F8B7-5532-4455-5CB8F080AE1F}" dt="2026-04-01T12:01:37.048" v="168" actId="20577"/>
      <pc:docMkLst>
        <pc:docMk/>
      </pc:docMkLst>
      <pc:sldChg chg="modSp">
        <pc:chgData name="Wojciech Kozłowski (wk316266)" userId="S::wk316266@student.polsl.pl::dd37bd66-7e09-4638-a0a7-5e3fe773cd49" providerId="AD" clId="Web-{316D30A7-F8B7-5532-4455-5CB8F080AE1F}" dt="2026-04-01T11:27:59.869" v="47" actId="1076"/>
        <pc:sldMkLst>
          <pc:docMk/>
          <pc:sldMk cId="650317164" sldId="256"/>
        </pc:sldMkLst>
        <pc:spChg chg="mod">
          <ac:chgData name="Wojciech Kozłowski (wk316266)" userId="S::wk316266@student.polsl.pl::dd37bd66-7e09-4638-a0a7-5e3fe773cd49" providerId="AD" clId="Web-{316D30A7-F8B7-5532-4455-5CB8F080AE1F}" dt="2026-04-01T11:27:55.119" v="46" actId="1076"/>
          <ac:spMkLst>
            <pc:docMk/>
            <pc:sldMk cId="650317164" sldId="256"/>
            <ac:spMk id="2" creationId="{00000000-0000-0000-0000-000000000000}"/>
          </ac:spMkLst>
        </pc:spChg>
        <pc:spChg chg="mod">
          <ac:chgData name="Wojciech Kozłowski (wk316266)" userId="S::wk316266@student.polsl.pl::dd37bd66-7e09-4638-a0a7-5e3fe773cd49" providerId="AD" clId="Web-{316D30A7-F8B7-5532-4455-5CB8F080AE1F}" dt="2026-04-01T11:27:59.869" v="47" actId="1076"/>
          <ac:spMkLst>
            <pc:docMk/>
            <pc:sldMk cId="650317164" sldId="256"/>
            <ac:spMk id="3" creationId="{00000000-0000-0000-0000-000000000000}"/>
          </ac:spMkLst>
        </pc:spChg>
      </pc:sldChg>
      <pc:sldChg chg="addSp delSp modSp new">
        <pc:chgData name="Wojciech Kozłowski (wk316266)" userId="S::wk316266@student.polsl.pl::dd37bd66-7e09-4638-a0a7-5e3fe773cd49" providerId="AD" clId="Web-{316D30A7-F8B7-5532-4455-5CB8F080AE1F}" dt="2026-04-01T11:37:56.377" v="56" actId="1076"/>
        <pc:sldMkLst>
          <pc:docMk/>
          <pc:sldMk cId="3901948423" sldId="266"/>
        </pc:sldMkLst>
        <pc:spChg chg="mod">
          <ac:chgData name="Wojciech Kozłowski (wk316266)" userId="S::wk316266@student.polsl.pl::dd37bd66-7e09-4638-a0a7-5e3fe773cd49" providerId="AD" clId="Web-{316D30A7-F8B7-5532-4455-5CB8F080AE1F}" dt="2026-04-01T11:36:25.765" v="52" actId="20577"/>
          <ac:spMkLst>
            <pc:docMk/>
            <pc:sldMk cId="3901948423" sldId="266"/>
            <ac:spMk id="2" creationId="{6E69F531-13FB-E935-0BC7-E6E738B0DE77}"/>
          </ac:spMkLst>
        </pc:spChg>
        <pc:spChg chg="del">
          <ac:chgData name="Wojciech Kozłowski (wk316266)" userId="S::wk316266@student.polsl.pl::dd37bd66-7e09-4638-a0a7-5e3fe773cd49" providerId="AD" clId="Web-{316D30A7-F8B7-5532-4455-5CB8F080AE1F}" dt="2026-04-01T11:36:28.187" v="53"/>
          <ac:spMkLst>
            <pc:docMk/>
            <pc:sldMk cId="3901948423" sldId="266"/>
            <ac:spMk id="3" creationId="{C8DD84EC-24CF-9268-24EB-BA2884B3CFF1}"/>
          </ac:spMkLst>
        </pc:spChg>
        <pc:picChg chg="add mod ord">
          <ac:chgData name="Wojciech Kozłowski (wk316266)" userId="S::wk316266@student.polsl.pl::dd37bd66-7e09-4638-a0a7-5e3fe773cd49" providerId="AD" clId="Web-{316D30A7-F8B7-5532-4455-5CB8F080AE1F}" dt="2026-04-01T11:36:34.141" v="54" actId="1076"/>
          <ac:picMkLst>
            <pc:docMk/>
            <pc:sldMk cId="3901948423" sldId="266"/>
            <ac:picMk id="4" creationId="{DC58DA68-3F3C-BFEB-87C0-8D1DF73DB17A}"/>
          </ac:picMkLst>
        </pc:picChg>
        <pc:picChg chg="add mod">
          <ac:chgData name="Wojciech Kozłowski (wk316266)" userId="S::wk316266@student.polsl.pl::dd37bd66-7e09-4638-a0a7-5e3fe773cd49" providerId="AD" clId="Web-{316D30A7-F8B7-5532-4455-5CB8F080AE1F}" dt="2026-04-01T11:37:56.377" v="56" actId="1076"/>
          <ac:picMkLst>
            <pc:docMk/>
            <pc:sldMk cId="3901948423" sldId="266"/>
            <ac:picMk id="5" creationId="{C7834546-5AAE-B564-4E10-799EA4D7A10E}"/>
          </ac:picMkLst>
        </pc:picChg>
      </pc:sldChg>
      <pc:sldChg chg="modSp">
        <pc:chgData name="Wojciech Kozłowski (wk316266)" userId="S::wk316266@student.polsl.pl::dd37bd66-7e09-4638-a0a7-5e3fe773cd49" providerId="AD" clId="Web-{316D30A7-F8B7-5532-4455-5CB8F080AE1F}" dt="2026-04-01T12:01:37.048" v="168" actId="20577"/>
        <pc:sldMkLst>
          <pc:docMk/>
          <pc:sldMk cId="46999784" sldId="267"/>
        </pc:sldMkLst>
        <pc:spChg chg="mod">
          <ac:chgData name="Wojciech Kozłowski (wk316266)" userId="S::wk316266@student.polsl.pl::dd37bd66-7e09-4638-a0a7-5e3fe773cd49" providerId="AD" clId="Web-{316D30A7-F8B7-5532-4455-5CB8F080AE1F}" dt="2026-04-01T11:56:01.374" v="152" actId="1076"/>
          <ac:spMkLst>
            <pc:docMk/>
            <pc:sldMk cId="46999784" sldId="267"/>
            <ac:spMk id="4" creationId="{478CBCAA-DE06-D9F1-F148-29628E6847F9}"/>
          </ac:spMkLst>
        </pc:spChg>
        <pc:spChg chg="mod">
          <ac:chgData name="Wojciech Kozłowski (wk316266)" userId="S::wk316266@student.polsl.pl::dd37bd66-7e09-4638-a0a7-5e3fe773cd49" providerId="AD" clId="Web-{316D30A7-F8B7-5532-4455-5CB8F080AE1F}" dt="2026-04-01T12:01:37.048" v="168" actId="20577"/>
          <ac:spMkLst>
            <pc:docMk/>
            <pc:sldMk cId="46999784" sldId="267"/>
            <ac:spMk id="6" creationId="{01349959-3A90-F8FB-D387-877431900ED3}"/>
          </ac:spMkLst>
        </pc:spChg>
      </pc:sldChg>
    </pc:docChg>
  </pc:docChgLst>
  <pc:docChgLst>
    <pc:chgData name="Krzysztof Rostek (kr316302)" userId="S::kr316302@student.polsl.pl::aef224dc-c95c-457e-ae01-0cc39580930b" providerId="AD" clId="Web-{63F56C22-8DBA-F6CF-B60E-2A3D7DCA9EDF}"/>
    <pc:docChg chg="modSld">
      <pc:chgData name="Krzysztof Rostek (kr316302)" userId="S::kr316302@student.polsl.pl::aef224dc-c95c-457e-ae01-0cc39580930b" providerId="AD" clId="Web-{63F56C22-8DBA-F6CF-B60E-2A3D7DCA9EDF}" dt="2026-03-31T22:05:45.941" v="69" actId="20577"/>
      <pc:docMkLst>
        <pc:docMk/>
      </pc:docMkLst>
      <pc:sldChg chg="modSp">
        <pc:chgData name="Krzysztof Rostek (kr316302)" userId="S::kr316302@student.polsl.pl::aef224dc-c95c-457e-ae01-0cc39580930b" providerId="AD" clId="Web-{63F56C22-8DBA-F6CF-B60E-2A3D7DCA9EDF}" dt="2026-03-31T22:01:37.434" v="2" actId="20577"/>
        <pc:sldMkLst>
          <pc:docMk/>
          <pc:sldMk cId="1129145650" sldId="257"/>
        </pc:sldMkLst>
        <pc:spChg chg="mod">
          <ac:chgData name="Krzysztof Rostek (kr316302)" userId="S::kr316302@student.polsl.pl::aef224dc-c95c-457e-ae01-0cc39580930b" providerId="AD" clId="Web-{63F56C22-8DBA-F6CF-B60E-2A3D7DCA9EDF}" dt="2026-03-31T22:01:37.434" v="2" actId="20577"/>
          <ac:spMkLst>
            <pc:docMk/>
            <pc:sldMk cId="1129145650" sldId="257"/>
            <ac:spMk id="3" creationId="{166A4BDB-1A74-C65B-3154-82D8C3B0A1B5}"/>
          </ac:spMkLst>
        </pc:spChg>
      </pc:sldChg>
      <pc:sldChg chg="modSp">
        <pc:chgData name="Krzysztof Rostek (kr316302)" userId="S::kr316302@student.polsl.pl::aef224dc-c95c-457e-ae01-0cc39580930b" providerId="AD" clId="Web-{63F56C22-8DBA-F6CF-B60E-2A3D7DCA9EDF}" dt="2026-03-31T22:05:45.941" v="69" actId="20577"/>
        <pc:sldMkLst>
          <pc:docMk/>
          <pc:sldMk cId="2370102423" sldId="260"/>
        </pc:sldMkLst>
        <pc:spChg chg="mod">
          <ac:chgData name="Krzysztof Rostek (kr316302)" userId="S::kr316302@student.polsl.pl::aef224dc-c95c-457e-ae01-0cc39580930b" providerId="AD" clId="Web-{63F56C22-8DBA-F6CF-B60E-2A3D7DCA9EDF}" dt="2026-03-31T22:05:45.941" v="69" actId="20577"/>
          <ac:spMkLst>
            <pc:docMk/>
            <pc:sldMk cId="2370102423" sldId="260"/>
            <ac:spMk id="3" creationId="{A1A0450B-9BC3-FB5E-8FB6-F30441D378F1}"/>
          </ac:spMkLst>
        </pc:spChg>
      </pc:sldChg>
      <pc:sldChg chg="modSp">
        <pc:chgData name="Krzysztof Rostek (kr316302)" userId="S::kr316302@student.polsl.pl::aef224dc-c95c-457e-ae01-0cc39580930b" providerId="AD" clId="Web-{63F56C22-8DBA-F6CF-B60E-2A3D7DCA9EDF}" dt="2026-03-31T22:03:07.093" v="18" actId="20577"/>
        <pc:sldMkLst>
          <pc:docMk/>
          <pc:sldMk cId="1520116978" sldId="261"/>
        </pc:sldMkLst>
        <pc:spChg chg="mod">
          <ac:chgData name="Krzysztof Rostek (kr316302)" userId="S::kr316302@student.polsl.pl::aef224dc-c95c-457e-ae01-0cc39580930b" providerId="AD" clId="Web-{63F56C22-8DBA-F6CF-B60E-2A3D7DCA9EDF}" dt="2026-03-31T22:03:07.093" v="18" actId="20577"/>
          <ac:spMkLst>
            <pc:docMk/>
            <pc:sldMk cId="1520116978" sldId="261"/>
            <ac:spMk id="3" creationId="{FAEA3842-FA61-80B9-6DD1-8E0BE1652355}"/>
          </ac:spMkLst>
        </pc:spChg>
      </pc:sldChg>
    </pc:docChg>
  </pc:docChgLst>
  <pc:docChgLst>
    <pc:chgData name="Krzysztof Rostek (kr316302)" userId="S::kr316302@student.polsl.pl::aef224dc-c95c-457e-ae01-0cc39580930b" providerId="AD" clId="Web-{BDDE3CCE-AED0-C315-85C8-8C8D61BEBC3F}"/>
    <pc:docChg chg="addSld modSld">
      <pc:chgData name="Krzysztof Rostek (kr316302)" userId="S::kr316302@student.polsl.pl::aef224dc-c95c-457e-ae01-0cc39580930b" providerId="AD" clId="Web-{BDDE3CCE-AED0-C315-85C8-8C8D61BEBC3F}" dt="2026-03-29T22:24:19.705" v="261" actId="20577"/>
      <pc:docMkLst>
        <pc:docMk/>
      </pc:docMkLst>
      <pc:sldChg chg="modSp new">
        <pc:chgData name="Krzysztof Rostek (kr316302)" userId="S::kr316302@student.polsl.pl::aef224dc-c95c-457e-ae01-0cc39580930b" providerId="AD" clId="Web-{BDDE3CCE-AED0-C315-85C8-8C8D61BEBC3F}" dt="2026-03-29T22:12:24.609" v="163" actId="20577"/>
        <pc:sldMkLst>
          <pc:docMk/>
          <pc:sldMk cId="1129145650" sldId="257"/>
        </pc:sldMkLst>
        <pc:spChg chg="mod">
          <ac:chgData name="Krzysztof Rostek (kr316302)" userId="S::kr316302@student.polsl.pl::aef224dc-c95c-457e-ae01-0cc39580930b" providerId="AD" clId="Web-{BDDE3CCE-AED0-C315-85C8-8C8D61BEBC3F}" dt="2026-03-29T22:08:12.808" v="10" actId="20577"/>
          <ac:spMkLst>
            <pc:docMk/>
            <pc:sldMk cId="1129145650" sldId="257"/>
            <ac:spMk id="2" creationId="{CA9F5EB5-A2D4-31C3-0081-80079D1C45DD}"/>
          </ac:spMkLst>
        </pc:spChg>
        <pc:spChg chg="mod">
          <ac:chgData name="Krzysztof Rostek (kr316302)" userId="S::kr316302@student.polsl.pl::aef224dc-c95c-457e-ae01-0cc39580930b" providerId="AD" clId="Web-{BDDE3CCE-AED0-C315-85C8-8C8D61BEBC3F}" dt="2026-03-29T22:12:24.609" v="163" actId="20577"/>
          <ac:spMkLst>
            <pc:docMk/>
            <pc:sldMk cId="1129145650" sldId="257"/>
            <ac:spMk id="3" creationId="{166A4BDB-1A74-C65B-3154-82D8C3B0A1B5}"/>
          </ac:spMkLst>
        </pc:spChg>
      </pc:sldChg>
      <pc:sldChg chg="modSp new">
        <pc:chgData name="Krzysztof Rostek (kr316302)" userId="S::kr316302@student.polsl.pl::aef224dc-c95c-457e-ae01-0cc39580930b" providerId="AD" clId="Web-{BDDE3CCE-AED0-C315-85C8-8C8D61BEBC3F}" dt="2026-03-29T22:24:19.705" v="261" actId="20577"/>
        <pc:sldMkLst>
          <pc:docMk/>
          <pc:sldMk cId="1228345532" sldId="258"/>
        </pc:sldMkLst>
        <pc:spChg chg="mod">
          <ac:chgData name="Krzysztof Rostek (kr316302)" userId="S::kr316302@student.polsl.pl::aef224dc-c95c-457e-ae01-0cc39580930b" providerId="AD" clId="Web-{BDDE3CCE-AED0-C315-85C8-8C8D61BEBC3F}" dt="2026-03-29T22:24:19.705" v="261" actId="20577"/>
          <ac:spMkLst>
            <pc:docMk/>
            <pc:sldMk cId="1228345532" sldId="258"/>
            <ac:spMk id="3" creationId="{1A5F91F1-2DC0-37AA-9B45-963D4D0390AD}"/>
          </ac:spMkLst>
        </pc:spChg>
      </pc:sldChg>
      <pc:sldChg chg="new">
        <pc:chgData name="Krzysztof Rostek (kr316302)" userId="S::kr316302@student.polsl.pl::aef224dc-c95c-457e-ae01-0cc39580930b" providerId="AD" clId="Web-{BDDE3CCE-AED0-C315-85C8-8C8D61BEBC3F}" dt="2026-03-29T22:17:20.463" v="197"/>
        <pc:sldMkLst>
          <pc:docMk/>
          <pc:sldMk cId="621681706" sldId="259"/>
        </pc:sldMkLst>
      </pc:sldChg>
    </pc:docChg>
  </pc:docChgLst>
  <pc:docChgLst>
    <pc:chgData name="Krzysztof Rostek (kr316302)" userId="S::kr316302@student.polsl.pl::aef224dc-c95c-457e-ae01-0cc39580930b" providerId="AD" clId="Web-{E60ECE5E-3556-9C2E-B443-47D1ADFD4C88}"/>
    <pc:docChg chg="addSld modSld">
      <pc:chgData name="Krzysztof Rostek (kr316302)" userId="S::kr316302@student.polsl.pl::aef224dc-c95c-457e-ae01-0cc39580930b" providerId="AD" clId="Web-{E60ECE5E-3556-9C2E-B443-47D1ADFD4C88}" dt="2026-03-29T22:31:52.770" v="135" actId="20577"/>
      <pc:docMkLst>
        <pc:docMk/>
      </pc:docMkLst>
      <pc:sldChg chg="modSp">
        <pc:chgData name="Krzysztof Rostek (kr316302)" userId="S::kr316302@student.polsl.pl::aef224dc-c95c-457e-ae01-0cc39580930b" providerId="AD" clId="Web-{E60ECE5E-3556-9C2E-B443-47D1ADFD4C88}" dt="2026-03-29T22:29:45.909" v="107" actId="20577"/>
        <pc:sldMkLst>
          <pc:docMk/>
          <pc:sldMk cId="621681706" sldId="259"/>
        </pc:sldMkLst>
        <pc:spChg chg="mod">
          <ac:chgData name="Krzysztof Rostek (kr316302)" userId="S::kr316302@student.polsl.pl::aef224dc-c95c-457e-ae01-0cc39580930b" providerId="AD" clId="Web-{E60ECE5E-3556-9C2E-B443-47D1ADFD4C88}" dt="2026-03-29T22:29:45.909" v="107" actId="20577"/>
          <ac:spMkLst>
            <pc:docMk/>
            <pc:sldMk cId="621681706" sldId="259"/>
            <ac:spMk id="3" creationId="{A1E83FAC-9001-6251-0B01-A8AE7CBAE738}"/>
          </ac:spMkLst>
        </pc:spChg>
      </pc:sldChg>
      <pc:sldChg chg="modSp new">
        <pc:chgData name="Krzysztof Rostek (kr316302)" userId="S::kr316302@student.polsl.pl::aef224dc-c95c-457e-ae01-0cc39580930b" providerId="AD" clId="Web-{E60ECE5E-3556-9C2E-B443-47D1ADFD4C88}" dt="2026-03-29T22:31:52.770" v="135" actId="20577"/>
        <pc:sldMkLst>
          <pc:docMk/>
          <pc:sldMk cId="2370102423" sldId="260"/>
        </pc:sldMkLst>
        <pc:spChg chg="mod">
          <ac:chgData name="Krzysztof Rostek (kr316302)" userId="S::kr316302@student.polsl.pl::aef224dc-c95c-457e-ae01-0cc39580930b" providerId="AD" clId="Web-{E60ECE5E-3556-9C2E-B443-47D1ADFD4C88}" dt="2026-03-29T22:31:52.770" v="135" actId="20577"/>
          <ac:spMkLst>
            <pc:docMk/>
            <pc:sldMk cId="2370102423" sldId="260"/>
            <ac:spMk id="3" creationId="{A1A0450B-9BC3-FB5E-8FB6-F30441D378F1}"/>
          </ac:spMkLst>
        </pc:spChg>
      </pc:sldChg>
    </pc:docChg>
  </pc:docChgLst>
  <pc:docChgLst>
    <pc:chgData name="Paweł Urbaniak (pu316252)" userId="S::pu316252@student.polsl.pl::5a810bbf-09a7-4f9d-b9b7-2f917043c8b2" providerId="AD" clId="Web-{E9276C87-4ED9-4F88-BC65-43CC0CB790CE}"/>
    <pc:docChg chg="addSld modSld">
      <pc:chgData name="Paweł Urbaniak (pu316252)" userId="S::pu316252@student.polsl.pl::5a810bbf-09a7-4f9d-b9b7-2f917043c8b2" providerId="AD" clId="Web-{E9276C87-4ED9-4F88-BC65-43CC0CB790CE}" dt="2026-04-01T11:53:53.933" v="192" actId="20577"/>
      <pc:docMkLst>
        <pc:docMk/>
      </pc:docMkLst>
      <pc:sldChg chg="addSp delSp modSp new">
        <pc:chgData name="Paweł Urbaniak (pu316252)" userId="S::pu316252@student.polsl.pl::5a810bbf-09a7-4f9d-b9b7-2f917043c8b2" providerId="AD" clId="Web-{E9276C87-4ED9-4F88-BC65-43CC0CB790CE}" dt="2026-04-01T11:53:53.933" v="192" actId="20577"/>
        <pc:sldMkLst>
          <pc:docMk/>
          <pc:sldMk cId="46999784" sldId="267"/>
        </pc:sldMkLst>
        <pc:spChg chg="mod">
          <ac:chgData name="Paweł Urbaniak (pu316252)" userId="S::pu316252@student.polsl.pl::5a810bbf-09a7-4f9d-b9b7-2f917043c8b2" providerId="AD" clId="Web-{E9276C87-4ED9-4F88-BC65-43CC0CB790CE}" dt="2026-04-01T11:49:31.490" v="9" actId="1076"/>
          <ac:spMkLst>
            <pc:docMk/>
            <pc:sldMk cId="46999784" sldId="267"/>
            <ac:spMk id="2" creationId="{B5120D39-FA05-DA26-0B6C-F4610C5EA68B}"/>
          </ac:spMkLst>
        </pc:spChg>
        <pc:spChg chg="del">
          <ac:chgData name="Paweł Urbaniak (pu316252)" userId="S::pu316252@student.polsl.pl::5a810bbf-09a7-4f9d-b9b7-2f917043c8b2" providerId="AD" clId="Web-{E9276C87-4ED9-4F88-BC65-43CC0CB790CE}" dt="2026-04-01T11:49:33.975" v="10"/>
          <ac:spMkLst>
            <pc:docMk/>
            <pc:sldMk cId="46999784" sldId="267"/>
            <ac:spMk id="3" creationId="{5877E11E-6BCC-A008-6E27-34E4C4D9A7FE}"/>
          </ac:spMkLst>
        </pc:spChg>
        <pc:spChg chg="add mod">
          <ac:chgData name="Paweł Urbaniak (pu316252)" userId="S::pu316252@student.polsl.pl::5a810bbf-09a7-4f9d-b9b7-2f917043c8b2" providerId="AD" clId="Web-{E9276C87-4ED9-4F88-BC65-43CC0CB790CE}" dt="2026-04-01T11:50:35.132" v="90" actId="20577"/>
          <ac:spMkLst>
            <pc:docMk/>
            <pc:sldMk cId="46999784" sldId="267"/>
            <ac:spMk id="4" creationId="{478CBCAA-DE06-D9F1-F148-29628E6847F9}"/>
          </ac:spMkLst>
        </pc:spChg>
        <pc:spChg chg="add del mod">
          <ac:chgData name="Paweł Urbaniak (pu316252)" userId="S::pu316252@student.polsl.pl::5a810bbf-09a7-4f9d-b9b7-2f917043c8b2" providerId="AD" clId="Web-{E9276C87-4ED9-4F88-BC65-43CC0CB790CE}" dt="2026-04-01T11:51:25.274" v="94"/>
          <ac:spMkLst>
            <pc:docMk/>
            <pc:sldMk cId="46999784" sldId="267"/>
            <ac:spMk id="5" creationId="{3582C62C-7EF7-6C7C-8BC9-73D8147FD9C0}"/>
          </ac:spMkLst>
        </pc:spChg>
        <pc:spChg chg="add mod">
          <ac:chgData name="Paweł Urbaniak (pu316252)" userId="S::pu316252@student.polsl.pl::5a810bbf-09a7-4f9d-b9b7-2f917043c8b2" providerId="AD" clId="Web-{E9276C87-4ED9-4F88-BC65-43CC0CB790CE}" dt="2026-04-01T11:53:53.933" v="192" actId="20577"/>
          <ac:spMkLst>
            <pc:docMk/>
            <pc:sldMk cId="46999784" sldId="267"/>
            <ac:spMk id="6" creationId="{01349959-3A90-F8FB-D387-877431900ED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2239087"/>
            <a:ext cx="9144000" cy="2387600"/>
          </a:xfrm>
        </p:spPr>
        <p:txBody>
          <a:bodyPr/>
          <a:lstStyle/>
          <a:p>
            <a:r>
              <a:rPr lang="pl-PL" sz="8000"/>
              <a:t>Projekt UAR </a:t>
            </a:r>
            <a:br>
              <a:rPr lang="pl-PL" sz="7200"/>
            </a:br>
            <a:r>
              <a:rPr lang="pl-PL" sz="4400"/>
              <a:t>(sieci komputerowe)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251865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3200">
                <a:ea typeface="+mn-lt"/>
                <a:cs typeface="+mn-lt"/>
              </a:rPr>
              <a:t>Okres (1) - (2) </a:t>
            </a:r>
            <a:endParaRPr lang="pl-PL" sz="3200"/>
          </a:p>
        </p:txBody>
      </p: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69F531-13FB-E935-0BC7-E6E738B0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Błędy </a:t>
            </a:r>
            <a:br>
              <a:rPr lang="pl-PL"/>
            </a:br>
            <a:endParaRPr lang="pl-PL"/>
          </a:p>
        </p:txBody>
      </p:sp>
      <p:pic>
        <p:nvPicPr>
          <p:cNvPr id="4" name="Symbol zastępczy zawartości 3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DC58DA68-3F3C-BFEB-87C0-8D1DF73DB1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318" y="1024211"/>
            <a:ext cx="8220225" cy="4351338"/>
          </a:xfrm>
          <a:prstGeom prst="rect">
            <a:avLst/>
          </a:prstGeom>
        </p:spPr>
      </p:pic>
      <p:pic>
        <p:nvPicPr>
          <p:cNvPr id="5" name="Obraz 4" descr="Obraz zawierający tekst, Czcionka, zrzut ekranu, typografia&#10;&#10;Zawartość wygenerowana przez AI może być niepoprawna.">
            <a:extLst>
              <a:ext uri="{FF2B5EF4-FFF2-40B4-BE49-F238E27FC236}">
                <a16:creationId xmlns:a16="http://schemas.microsoft.com/office/drawing/2014/main" id="{C7834546-5AAE-B564-4E10-799EA4D7A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57" y="5448792"/>
            <a:ext cx="52197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48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120D39-FA05-DA26-0B6C-F4610C5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27" y="-2737"/>
            <a:ext cx="12197254" cy="1345268"/>
          </a:xfrm>
        </p:spPr>
        <p:txBody>
          <a:bodyPr/>
          <a:lstStyle/>
          <a:p>
            <a:pPr algn="ctr"/>
            <a:r>
              <a:rPr lang="pl-PL"/>
              <a:t>Ocena kodu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78CBCAA-DE06-D9F1-F148-29628E6847F9}"/>
              </a:ext>
            </a:extLst>
          </p:cNvPr>
          <p:cNvSpPr txBox="1"/>
          <p:nvPr/>
        </p:nvSpPr>
        <p:spPr>
          <a:xfrm>
            <a:off x="1065399" y="2087851"/>
            <a:ext cx="3959794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400"/>
              <a:t>Zalety:</a:t>
            </a:r>
          </a:p>
          <a:p>
            <a:pPr marL="285750" indent="-285750">
              <a:buFont typeface="Calibri"/>
              <a:buChar char="-"/>
            </a:pPr>
            <a:r>
              <a:rPr lang="pl-PL" sz="2400"/>
              <a:t>Czytelny podział na jednostki translacji</a:t>
            </a:r>
          </a:p>
          <a:p>
            <a:pPr marL="285750" indent="-285750">
              <a:buFont typeface="Calibri"/>
              <a:buChar char="-"/>
            </a:pPr>
            <a:r>
              <a:rPr lang="pl-PL" sz="2400"/>
              <a:t>Przejrzysty kod warstwy danych i usług</a:t>
            </a:r>
          </a:p>
          <a:p>
            <a:pPr marL="285750" indent="-285750">
              <a:buFont typeface="Calibri"/>
              <a:buChar char="-"/>
            </a:pPr>
            <a:r>
              <a:rPr lang="pl-PL" sz="2400"/>
              <a:t>Dobre opisy zmienych i funkcji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01349959-3A90-F8FB-D387-877431900ED3}"/>
              </a:ext>
            </a:extLst>
          </p:cNvPr>
          <p:cNvSpPr txBox="1"/>
          <p:nvPr/>
        </p:nvSpPr>
        <p:spPr>
          <a:xfrm>
            <a:off x="6932897" y="2085577"/>
            <a:ext cx="3712307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2400"/>
              <a:t>Wady:</a:t>
            </a:r>
          </a:p>
          <a:p>
            <a:pPr marL="285750" indent="-285750">
              <a:buFont typeface="Calibri"/>
              <a:buChar char="-"/>
            </a:pPr>
            <a:r>
              <a:rPr lang="pl-PL" sz="2400"/>
              <a:t>Bardzo rozbudowana warstwa prezentacji</a:t>
            </a:r>
          </a:p>
          <a:p>
            <a:pPr marL="285750" indent="-285750">
              <a:buFont typeface="Calibri"/>
              <a:buChar char="-"/>
            </a:pPr>
            <a:r>
              <a:rPr lang="pl-PL" sz="2400"/>
              <a:t>Dwujęzycznosc kodu</a:t>
            </a:r>
          </a:p>
          <a:p>
            <a:pPr marL="285750" indent="-285750">
              <a:buFont typeface="Calibri"/>
              <a:buChar char="-"/>
            </a:pPr>
            <a:endParaRPr lang="pl-PL"/>
          </a:p>
          <a:p>
            <a:pPr marL="285750" indent="-285750">
              <a:buFont typeface="Calibri"/>
              <a:buChar char="-"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6999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5EB5-A2D4-31C3-0081-80079D1C4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Cel </a:t>
            </a:r>
            <a:r>
              <a:rPr lang="en-US" err="1"/>
              <a:t>protokołu</a:t>
            </a:r>
            <a:r>
              <a:rPr lang="en-US"/>
              <a:t> </a:t>
            </a:r>
            <a:r>
              <a:rPr lang="en-US" err="1"/>
              <a:t>komunikacyjnego</a:t>
            </a:r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A4BDB-1A74-C65B-3154-82D8C3B0A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Protokół</a:t>
            </a:r>
            <a:r>
              <a:rPr lang="en-US"/>
              <a:t> </a:t>
            </a:r>
            <a:r>
              <a:rPr lang="en-US" err="1"/>
              <a:t>komuni</a:t>
            </a:r>
            <a:r>
              <a:rPr lang="en-US" err="1">
                <a:solidFill>
                  <a:srgbClr val="000000"/>
                </a:solidFill>
                <a:latin typeface="Aptos"/>
              </a:rPr>
              <a:t>kacyjny</a:t>
            </a:r>
            <a:r>
              <a:rPr lang="en-US"/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będzie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służyć</a:t>
            </a:r>
            <a:r>
              <a:rPr lang="en-US">
                <a:solidFill>
                  <a:srgbClr val="000000"/>
                </a:solidFill>
                <a:latin typeface="Aptos"/>
              </a:rPr>
              <a:t> do </a:t>
            </a:r>
            <a:r>
              <a:rPr lang="en-US" err="1">
                <a:solidFill>
                  <a:srgbClr val="000000"/>
                </a:solidFill>
                <a:latin typeface="Aptos"/>
              </a:rPr>
              <a:t>wymiany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danych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między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dwoma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instancjami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aplikacji</a:t>
            </a:r>
            <a:r>
              <a:rPr lang="en-US">
                <a:solidFill>
                  <a:srgbClr val="000000"/>
                </a:solidFill>
                <a:latin typeface="Aptos"/>
              </a:rPr>
              <a:t>- </a:t>
            </a:r>
            <a:r>
              <a:rPr lang="en-US" err="1">
                <a:solidFill>
                  <a:srgbClr val="000000"/>
                </a:solidFill>
                <a:latin typeface="Aptos"/>
              </a:rPr>
              <a:t>regula</a:t>
            </a:r>
            <a:r>
              <a:rPr lang="en-US" err="1"/>
              <a:t>tora</a:t>
            </a:r>
            <a:r>
              <a:rPr lang="en-US">
                <a:solidFill>
                  <a:srgbClr val="000000"/>
                </a:solidFill>
                <a:latin typeface="Aptos"/>
              </a:rPr>
              <a:t> I </a:t>
            </a:r>
            <a:r>
              <a:rPr lang="en-US" err="1">
                <a:solidFill>
                  <a:srgbClr val="000000"/>
                </a:solidFill>
                <a:latin typeface="Aptos"/>
              </a:rPr>
              <a:t>obiektu</a:t>
            </a:r>
            <a:br>
              <a:rPr lang="en-US">
                <a:solidFill>
                  <a:srgbClr val="000000"/>
                </a:solidFill>
                <a:latin typeface="Aptos"/>
              </a:rPr>
            </a:br>
            <a:r>
              <a:rPr lang="en-US" err="1"/>
              <a:t>między</a:t>
            </a:r>
            <a:r>
              <a:rPr lang="en-US"/>
              <a:t> </a:t>
            </a:r>
            <a:r>
              <a:rPr lang="en-US" err="1"/>
              <a:t>instancjami</a:t>
            </a:r>
            <a:r>
              <a:rPr lang="en-US"/>
              <a:t> </a:t>
            </a:r>
            <a:r>
              <a:rPr lang="en-US" err="1"/>
              <a:t>będą</a:t>
            </a:r>
            <a:r>
              <a:rPr lang="en-US"/>
              <a:t> </a:t>
            </a:r>
            <a:r>
              <a:rPr lang="en-US" err="1"/>
              <a:t>wymieniane</a:t>
            </a:r>
            <a:r>
              <a:rPr lang="en-US"/>
              <a:t> </a:t>
            </a:r>
            <a:r>
              <a:rPr lang="en-US" err="1"/>
              <a:t>pakiety</a:t>
            </a:r>
            <a:r>
              <a:rPr lang="en-US"/>
              <a:t> z </a:t>
            </a:r>
            <a:r>
              <a:rPr lang="en-US" err="1"/>
              <a:t>danymi</a:t>
            </a:r>
            <a:br>
              <a:rPr lang="en-US"/>
            </a:br>
            <a:r>
              <a:rPr lang="en-US"/>
              <a:t>Regulator -&gt;</a:t>
            </a:r>
            <a:r>
              <a:rPr lang="en-US" err="1"/>
              <a:t>Obiekt</a:t>
            </a:r>
            <a:r>
              <a:rPr lang="en-US"/>
              <a:t> </a:t>
            </a:r>
            <a:r>
              <a:rPr lang="en-US" err="1"/>
              <a:t>sterowanie</a:t>
            </a:r>
            <a:r>
              <a:rPr lang="en-US"/>
              <a:t> u(k)</a:t>
            </a:r>
            <a:br>
              <a:rPr lang="en-US"/>
            </a:br>
            <a:r>
              <a:rPr lang="en-US" err="1"/>
              <a:t>Obiekt</a:t>
            </a:r>
            <a:r>
              <a:rPr lang="en-US"/>
              <a:t> -&gt;</a:t>
            </a:r>
            <a:r>
              <a:rPr lang="en-US" err="1"/>
              <a:t>Regultor</a:t>
            </a:r>
            <a:r>
              <a:rPr lang="en-US"/>
              <a:t> </a:t>
            </a:r>
            <a:r>
              <a:rPr lang="en-US" err="1"/>
              <a:t>wartość</a:t>
            </a:r>
            <a:r>
              <a:rPr lang="en-US"/>
              <a:t> </a:t>
            </a:r>
            <a:r>
              <a:rPr lang="en-US" err="1"/>
              <a:t>regulowana</a:t>
            </a:r>
            <a:r>
              <a:rPr lang="en-US"/>
              <a:t> y(k)</a:t>
            </a:r>
            <a:br>
              <a:rPr lang="en-US"/>
            </a:br>
            <a:r>
              <a:rPr lang="en-US" err="1"/>
              <a:t>dodatkowo</a:t>
            </a:r>
            <a:r>
              <a:rPr lang="en-US"/>
              <a:t> </a:t>
            </a:r>
            <a:r>
              <a:rPr lang="en-US" err="1"/>
              <a:t>będą</a:t>
            </a:r>
            <a:r>
              <a:rPr lang="en-US"/>
              <a:t> </a:t>
            </a:r>
            <a:r>
              <a:rPr lang="en-US" err="1"/>
              <a:t>przesyłane</a:t>
            </a:r>
            <a:r>
              <a:rPr lang="en-US"/>
              <a:t> </a:t>
            </a:r>
            <a:r>
              <a:rPr lang="en-US" err="1"/>
              <a:t>dane</a:t>
            </a:r>
            <a:r>
              <a:rPr lang="en-US"/>
              <a:t> </a:t>
            </a:r>
            <a:r>
              <a:rPr lang="en-US" err="1"/>
              <a:t>konfiguracji</a:t>
            </a:r>
            <a:r>
              <a:rPr lang="en-US"/>
              <a:t> </a:t>
            </a:r>
            <a:r>
              <a:rPr lang="en-US" err="1"/>
              <a:t>symulacji</a:t>
            </a:r>
            <a:r>
              <a:rPr lang="en-US"/>
              <a:t>, </a:t>
            </a:r>
            <a:r>
              <a:rPr lang="en-US" err="1"/>
              <a:t>regulatora</a:t>
            </a:r>
            <a:r>
              <a:rPr lang="en-US"/>
              <a:t>, </a:t>
            </a:r>
            <a:r>
              <a:rPr lang="en-US" err="1"/>
              <a:t>modelu</a:t>
            </a:r>
            <a:r>
              <a:rPr lang="en-US"/>
              <a:t> ARX I </a:t>
            </a:r>
            <a:r>
              <a:rPr lang="en-US" err="1"/>
              <a:t>poleceń</a:t>
            </a:r>
            <a:r>
              <a:rPr lang="en-US"/>
              <a:t> </a:t>
            </a:r>
            <a:r>
              <a:rPr lang="en-US" err="1"/>
              <a:t>sterujących</a:t>
            </a:r>
            <a:r>
              <a:rPr lang="en-US"/>
              <a:t>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39DCFF-F045-729A-8605-7DE211EB3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927" y="4769150"/>
            <a:ext cx="7668523" cy="141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14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DA175-CD2E-94C3-73BB-AB396356A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F91F1-2DC0-37AA-9B45-963D4D039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Do </a:t>
            </a:r>
            <a:r>
              <a:rPr lang="en-US" err="1"/>
              <a:t>komunikacji</a:t>
            </a:r>
            <a:r>
              <a:rPr lang="en-US"/>
              <a:t> </a:t>
            </a:r>
            <a:r>
              <a:rPr lang="en-US" err="1"/>
              <a:t>zostanie</a:t>
            </a:r>
            <a:r>
              <a:rPr lang="en-US"/>
              <a:t> </a:t>
            </a:r>
            <a:r>
              <a:rPr lang="en-US" err="1"/>
              <a:t>wyko</a:t>
            </a:r>
            <a:r>
              <a:rPr lang="en-US" err="1">
                <a:solidFill>
                  <a:srgbClr val="000000"/>
                </a:solidFill>
                <a:latin typeface="Aptos"/>
              </a:rPr>
              <a:t>rzystany</a:t>
            </a:r>
            <a:r>
              <a:rPr lang="en-US"/>
              <a:t> </a:t>
            </a:r>
            <a:r>
              <a:rPr lang="en-US" err="1"/>
              <a:t>protokół</a:t>
            </a:r>
            <a:r>
              <a:rPr lang="en-US"/>
              <a:t> TCP </a:t>
            </a:r>
          </a:p>
          <a:p>
            <a:pPr marL="0" indent="0">
              <a:buNone/>
            </a:pPr>
            <a:r>
              <a:rPr lang="en-US" err="1"/>
              <a:t>Porotokół</a:t>
            </a:r>
            <a:r>
              <a:rPr lang="en-US"/>
              <a:t> ten </a:t>
            </a:r>
            <a:r>
              <a:rPr lang="en-US" err="1"/>
              <a:t>zapewni</a:t>
            </a:r>
            <a:r>
              <a:rPr lang="en-US"/>
              <a:t> </a:t>
            </a:r>
            <a:r>
              <a:rPr lang="en-US" err="1"/>
              <a:t>kolejność</a:t>
            </a:r>
            <a:r>
              <a:rPr lang="en-US"/>
              <a:t> </a:t>
            </a:r>
            <a:r>
              <a:rPr lang="en-US" err="1"/>
              <a:t>pakietów</a:t>
            </a:r>
            <a:r>
              <a:rPr lang="en-US"/>
              <a:t> I </a:t>
            </a:r>
            <a:r>
              <a:rPr lang="en-US" err="1"/>
              <a:t>brak</a:t>
            </a:r>
            <a:r>
              <a:rPr lang="en-US"/>
              <a:t> </a:t>
            </a:r>
            <a:r>
              <a:rPr lang="en-US" err="1"/>
              <a:t>utraty</a:t>
            </a:r>
            <a:r>
              <a:rPr lang="en-US"/>
              <a:t> </a:t>
            </a:r>
            <a:r>
              <a:rPr lang="en-US" err="1"/>
              <a:t>danych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oraz</a:t>
            </a:r>
            <a:r>
              <a:rPr lang="en-US"/>
              <a:t> </a:t>
            </a:r>
            <a:r>
              <a:rPr lang="en-US" err="1"/>
              <a:t>nadaje</a:t>
            </a:r>
            <a:r>
              <a:rPr lang="en-US"/>
              <a:t> </a:t>
            </a:r>
            <a:r>
              <a:rPr lang="en-US" err="1"/>
              <a:t>się</a:t>
            </a:r>
            <a:r>
              <a:rPr lang="en-US"/>
              <a:t> do </a:t>
            </a:r>
            <a:r>
              <a:rPr lang="en-US" err="1"/>
              <a:t>korzystania</a:t>
            </a:r>
            <a:r>
              <a:rPr lang="en-US"/>
              <a:t> w </a:t>
            </a:r>
            <a:r>
              <a:rPr lang="en-US" err="1"/>
              <a:t>sieciach</a:t>
            </a:r>
            <a:r>
              <a:rPr lang="en-US"/>
              <a:t> LAN I </a:t>
            </a:r>
            <a:r>
              <a:rPr lang="en-US" err="1"/>
              <a:t>bezpośrednio</a:t>
            </a:r>
            <a:r>
              <a:rPr lang="en-US"/>
              <a:t> </a:t>
            </a:r>
            <a:r>
              <a:rPr lang="en-US" err="1"/>
              <a:t>komputer-komputer</a:t>
            </a:r>
          </a:p>
        </p:txBody>
      </p:sp>
    </p:spTree>
    <p:extLst>
      <p:ext uri="{BB962C8B-B14F-4D97-AF65-F5344CB8AC3E}">
        <p14:creationId xmlns:p14="http://schemas.microsoft.com/office/powerpoint/2010/main" val="1228345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547C-F577-1A8E-C85B-9DBEEDCA8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83FAC-9001-6251-0B01-A8AE7CBAE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 </a:t>
            </a:r>
            <a:r>
              <a:rPr lang="en-US" err="1"/>
              <a:t>trakcie</a:t>
            </a:r>
            <a:r>
              <a:rPr lang="en-US"/>
              <a:t> </a:t>
            </a:r>
            <a:r>
              <a:rPr lang="en-US" err="1"/>
              <a:t>symulacji</a:t>
            </a:r>
            <a:r>
              <a:rPr lang="en-US"/>
              <a:t> </a:t>
            </a:r>
            <a:r>
              <a:rPr lang="en-US" err="1"/>
              <a:t>pakietą</a:t>
            </a:r>
            <a:r>
              <a:rPr lang="en-US"/>
              <a:t> </a:t>
            </a:r>
            <a:r>
              <a:rPr lang="en-US" err="1"/>
              <a:t>będziemy</a:t>
            </a:r>
            <a:r>
              <a:rPr lang="en-US"/>
              <a:t> </a:t>
            </a:r>
            <a:r>
              <a:rPr lang="en-US" err="1"/>
              <a:t>nadawać</a:t>
            </a:r>
            <a:r>
              <a:rPr lang="en-US"/>
              <a:t> id </a:t>
            </a:r>
            <a:r>
              <a:rPr lang="en-US" err="1"/>
              <a:t>służącą</a:t>
            </a:r>
            <a:r>
              <a:rPr lang="en-US"/>
              <a:t> do </a:t>
            </a:r>
            <a:r>
              <a:rPr lang="en-US" err="1"/>
              <a:t>kontroli</a:t>
            </a:r>
            <a:r>
              <a:rPr lang="en-US"/>
              <a:t> </a:t>
            </a:r>
            <a:r>
              <a:rPr lang="en-US" err="1"/>
              <a:t>opóźnień</a:t>
            </a:r>
            <a:r>
              <a:rPr lang="en-US"/>
              <a:t> </a:t>
            </a:r>
            <a:r>
              <a:rPr lang="en-US" err="1"/>
              <a:t>czy</a:t>
            </a:r>
            <a:r>
              <a:rPr lang="en-US"/>
              <a:t> </a:t>
            </a:r>
            <a:r>
              <a:rPr lang="en-US" err="1"/>
              <a:t>utraty</a:t>
            </a:r>
            <a:r>
              <a:rPr lang="en-US"/>
              <a:t> </a:t>
            </a:r>
            <a:r>
              <a:rPr lang="en-US" err="1"/>
              <a:t>pakietów</a:t>
            </a:r>
            <a:r>
              <a:rPr lang="en-US"/>
              <a:t> 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Regulator </a:t>
            </a:r>
            <a:r>
              <a:rPr lang="en-US" err="1"/>
              <a:t>wysyła</a:t>
            </a:r>
            <a:r>
              <a:rPr lang="en-US"/>
              <a:t> </a:t>
            </a:r>
            <a:r>
              <a:rPr lang="en-US" err="1"/>
              <a:t>próbkę</a:t>
            </a:r>
            <a:r>
              <a:rPr lang="en-US"/>
              <a:t> o </a:t>
            </a:r>
            <a:r>
              <a:rPr lang="en-US" err="1"/>
              <a:t>określonym</a:t>
            </a:r>
            <a:r>
              <a:rPr lang="en-US"/>
              <a:t> id </a:t>
            </a:r>
            <a:r>
              <a:rPr lang="en-US" err="1"/>
              <a:t>jeśli</a:t>
            </a:r>
            <a:r>
              <a:rPr lang="en-US"/>
              <a:t> </a:t>
            </a:r>
            <a:r>
              <a:rPr lang="en-US" err="1"/>
              <a:t>otrzyma</a:t>
            </a:r>
            <a:r>
              <a:rPr lang="en-US"/>
              <a:t> od </a:t>
            </a:r>
            <a:r>
              <a:rPr lang="en-US" err="1"/>
              <a:t>Obiektu</a:t>
            </a:r>
            <a:r>
              <a:rPr lang="en-US"/>
              <a:t> </a:t>
            </a:r>
            <a:r>
              <a:rPr lang="en-US" err="1"/>
              <a:t>pakiet</a:t>
            </a:r>
            <a:r>
              <a:rPr lang="en-US"/>
              <a:t> z </a:t>
            </a:r>
            <a:r>
              <a:rPr lang="en-US" err="1"/>
              <a:t>tym</a:t>
            </a:r>
            <a:r>
              <a:rPr lang="en-US"/>
              <a:t> </a:t>
            </a:r>
            <a:r>
              <a:rPr lang="en-US" err="1"/>
              <a:t>samym</a:t>
            </a:r>
            <a:r>
              <a:rPr lang="en-US"/>
              <a:t> id </a:t>
            </a:r>
            <a:r>
              <a:rPr lang="en-US" err="1"/>
              <a:t>będzie</a:t>
            </a:r>
            <a:r>
              <a:rPr lang="en-US"/>
              <a:t> to </a:t>
            </a:r>
            <a:r>
              <a:rPr lang="en-US" err="1"/>
              <a:t>oznaczać</a:t>
            </a:r>
            <a:r>
              <a:rPr lang="en-US"/>
              <a:t> </a:t>
            </a:r>
            <a:r>
              <a:rPr lang="en-US" err="1"/>
              <a:t>brak</a:t>
            </a:r>
            <a:r>
              <a:rPr lang="en-US"/>
              <a:t> </a:t>
            </a:r>
            <a:r>
              <a:rPr lang="en-US" err="1"/>
              <a:t>opóźnień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jeśli</a:t>
            </a:r>
            <a:r>
              <a:rPr lang="en-US"/>
              <a:t> </a:t>
            </a:r>
            <a:r>
              <a:rPr lang="en-US" err="1"/>
              <a:t>jednak</a:t>
            </a:r>
            <a:r>
              <a:rPr lang="en-US"/>
              <a:t> </a:t>
            </a:r>
            <a:r>
              <a:rPr lang="en-US" err="1"/>
              <a:t>takie</a:t>
            </a:r>
            <a:r>
              <a:rPr lang="en-US"/>
              <a:t> </a:t>
            </a:r>
            <a:r>
              <a:rPr lang="en-US" err="1"/>
              <a:t>wystąpią</a:t>
            </a:r>
            <a:r>
              <a:rPr lang="en-US"/>
              <a:t> </a:t>
            </a:r>
            <a:r>
              <a:rPr lang="en-US" err="1"/>
              <a:t>będzie</a:t>
            </a:r>
            <a:r>
              <a:rPr lang="en-US"/>
              <a:t> to </a:t>
            </a:r>
            <a:r>
              <a:rPr lang="en-US" err="1"/>
              <a:t>odpowiednio</a:t>
            </a:r>
            <a:r>
              <a:rPr lang="en-US"/>
              <a:t> </a:t>
            </a:r>
            <a:r>
              <a:rPr lang="en-US" err="1"/>
              <a:t>sygnalizowane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168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6BDEC-5EBA-9640-A2EA-8B3E64E3A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A3842-FA61-80B9-6DD1-8E0BE1652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Ramki </a:t>
            </a:r>
            <a:r>
              <a:rPr lang="en-US" err="1"/>
              <a:t>będą</a:t>
            </a:r>
            <a:r>
              <a:rPr lang="en-US"/>
              <a:t> </a:t>
            </a:r>
            <a:r>
              <a:rPr lang="en-US" err="1"/>
              <a:t>określone</a:t>
            </a:r>
            <a:r>
              <a:rPr lang="en-US"/>
              <a:t> </a:t>
            </a:r>
            <a:r>
              <a:rPr lang="en-US" err="1"/>
              <a:t>poprzez</a:t>
            </a:r>
            <a:r>
              <a:rPr lang="en-US"/>
              <a:t> </a:t>
            </a:r>
            <a:r>
              <a:rPr lang="en-US" err="1"/>
              <a:t>nagłówek</a:t>
            </a:r>
            <a:r>
              <a:rPr lang="en-US"/>
              <a:t> </a:t>
            </a:r>
            <a:r>
              <a:rPr lang="en-US" err="1"/>
              <a:t>składający</a:t>
            </a:r>
            <a:r>
              <a:rPr lang="en-US"/>
              <a:t> </a:t>
            </a:r>
            <a:r>
              <a:rPr lang="en-US" err="1"/>
              <a:t>się</a:t>
            </a:r>
            <a:r>
              <a:rPr lang="en-US"/>
              <a:t> z 4B</a:t>
            </a:r>
            <a:br>
              <a:rPr lang="en-US"/>
            </a:br>
            <a:r>
              <a:rPr lang="en-US"/>
              <a:t>aby </a:t>
            </a:r>
            <a:r>
              <a:rPr lang="en-US" err="1"/>
              <a:t>aplikacja</a:t>
            </a:r>
            <a:r>
              <a:rPr lang="en-US"/>
              <a:t> </a:t>
            </a:r>
            <a:r>
              <a:rPr lang="en-US" err="1"/>
              <a:t>wiedziała</a:t>
            </a:r>
            <a:r>
              <a:rPr lang="en-US"/>
              <a:t> </a:t>
            </a:r>
            <a:r>
              <a:rPr lang="en-US" err="1"/>
              <a:t>że</a:t>
            </a:r>
            <a:r>
              <a:rPr lang="en-US"/>
              <a:t> ma </a:t>
            </a:r>
            <a:r>
              <a:rPr lang="en-US" err="1"/>
              <a:t>przechwycić</a:t>
            </a:r>
            <a:r>
              <a:rPr lang="en-US"/>
              <a:t> ten </a:t>
            </a:r>
            <a:r>
              <a:rPr lang="en-US" err="1"/>
              <a:t>konkretny</a:t>
            </a:r>
            <a:r>
              <a:rPr lang="en-US"/>
              <a:t> pakiet</a:t>
            </a:r>
          </a:p>
          <a:p>
            <a:r>
              <a:rPr lang="en-US" err="1"/>
              <a:t>Typu</a:t>
            </a:r>
            <a:r>
              <a:rPr lang="en-US"/>
              <a:t> z 1B aby </a:t>
            </a:r>
            <a:r>
              <a:rPr lang="en-US" err="1"/>
              <a:t>aplikacja</a:t>
            </a:r>
            <a:r>
              <a:rPr lang="en-US"/>
              <a:t> </a:t>
            </a:r>
            <a:r>
              <a:rPr lang="en-US" err="1"/>
              <a:t>wiedziała</a:t>
            </a:r>
            <a:r>
              <a:rPr lang="en-US"/>
              <a:t> </a:t>
            </a:r>
            <a:r>
              <a:rPr lang="en-US" err="1"/>
              <a:t>gdzie</a:t>
            </a:r>
            <a:r>
              <a:rPr lang="en-US"/>
              <a:t> </a:t>
            </a:r>
            <a:r>
              <a:rPr lang="en-US" err="1"/>
              <a:t>użyć</a:t>
            </a:r>
            <a:r>
              <a:rPr lang="en-US"/>
              <a:t> </a:t>
            </a:r>
            <a:r>
              <a:rPr lang="en-US" err="1"/>
              <a:t>odczytane</a:t>
            </a:r>
            <a:r>
              <a:rPr lang="en-US"/>
              <a:t> </a:t>
            </a:r>
            <a:r>
              <a:rPr lang="en-US" err="1"/>
              <a:t>dane</a:t>
            </a:r>
            <a:br>
              <a:rPr lang="en-US"/>
            </a:br>
            <a:endParaRPr lang="en-US"/>
          </a:p>
          <a:p>
            <a:r>
              <a:rPr lang="en-US" err="1"/>
              <a:t>Długości</a:t>
            </a:r>
            <a:r>
              <a:rPr lang="en-US"/>
              <a:t> </a:t>
            </a:r>
            <a:r>
              <a:rPr lang="en-US" err="1"/>
              <a:t>danych</a:t>
            </a:r>
            <a:r>
              <a:rPr lang="en-US"/>
              <a:t> z 4B aby </a:t>
            </a:r>
            <a:r>
              <a:rPr lang="en-US" err="1"/>
              <a:t>mogła</a:t>
            </a:r>
            <a:r>
              <a:rPr lang="en-US"/>
              <a:t> </a:t>
            </a:r>
            <a:r>
              <a:rPr lang="en-US" err="1"/>
              <a:t>zakończyć</a:t>
            </a:r>
            <a:r>
              <a:rPr lang="en-US"/>
              <a:t> </a:t>
            </a:r>
            <a:r>
              <a:rPr lang="en-US" err="1"/>
              <a:t>odczytywanie</a:t>
            </a:r>
            <a:r>
              <a:rPr lang="en-US"/>
              <a:t> </a:t>
            </a:r>
            <a:r>
              <a:rPr lang="en-US" err="1"/>
              <a:t>pakietu</a:t>
            </a:r>
            <a:r>
              <a:rPr lang="en-US"/>
              <a:t> po </a:t>
            </a:r>
            <a:r>
              <a:rPr lang="en-US" err="1"/>
              <a:t>jego</a:t>
            </a:r>
            <a:r>
              <a:rPr lang="en-US"/>
              <a:t> </a:t>
            </a:r>
            <a:r>
              <a:rPr lang="en-US" err="1"/>
              <a:t>zakończeniu</a:t>
            </a:r>
            <a:r>
              <a:rPr lang="en-US"/>
              <a:t> </a:t>
            </a:r>
          </a:p>
          <a:p>
            <a:r>
              <a:rPr lang="en-US" err="1"/>
              <a:t>Danych</a:t>
            </a:r>
            <a:r>
              <a:rPr lang="en-US"/>
              <a:t> w </a:t>
            </a:r>
            <a:r>
              <a:rPr lang="en-US" err="1"/>
              <a:t>których</a:t>
            </a:r>
            <a:r>
              <a:rPr lang="en-US"/>
              <a:t> </a:t>
            </a:r>
            <a:r>
              <a:rPr lang="en-US" err="1"/>
              <a:t>będą</a:t>
            </a:r>
            <a:r>
              <a:rPr lang="en-US"/>
              <a:t> </a:t>
            </a:r>
            <a:r>
              <a:rPr lang="en-US" err="1"/>
              <a:t>przesyłane</a:t>
            </a:r>
            <a:r>
              <a:rPr lang="en-US"/>
              <a:t> </a:t>
            </a:r>
            <a:r>
              <a:rPr lang="en-US" err="1"/>
              <a:t>już</a:t>
            </a:r>
            <a:r>
              <a:rPr lang="en-US"/>
              <a:t> </a:t>
            </a:r>
            <a:r>
              <a:rPr lang="en-US" err="1"/>
              <a:t>docelowe</a:t>
            </a:r>
            <a:r>
              <a:rPr lang="en-US"/>
              <a:t> </a:t>
            </a:r>
            <a:r>
              <a:rPr lang="en-US" err="1"/>
              <a:t>informacje</a:t>
            </a:r>
            <a:r>
              <a:rPr lang="en-US"/>
              <a:t> </a:t>
            </a:r>
            <a:r>
              <a:rPr lang="en-US" err="1"/>
              <a:t>dla</a:t>
            </a:r>
            <a:r>
              <a:rPr lang="en-US"/>
              <a:t> </a:t>
            </a:r>
            <a:r>
              <a:rPr lang="en-US" err="1"/>
              <a:t>aplikacji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16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7C0C-FA9A-7B09-FBE4-941D6D608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0450B-9BC3-FB5E-8FB6-F30441D37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Ramki </a:t>
            </a:r>
            <a:r>
              <a:rPr lang="en-US" err="1"/>
              <a:t>konfi</a:t>
            </a:r>
            <a:r>
              <a:rPr lang="en-US" err="1">
                <a:solidFill>
                  <a:srgbClr val="000000"/>
                </a:solidFill>
                <a:latin typeface="Aptos"/>
              </a:rPr>
              <a:t>guracji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będą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wysyłały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zmienione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wartości</a:t>
            </a:r>
            <a:r>
              <a:rPr lang="en-US">
                <a:solidFill>
                  <a:srgbClr val="000000"/>
                </a:solidFill>
                <a:latin typeface="Aptos"/>
              </a:rPr>
              <a:t> w </a:t>
            </a:r>
            <a:r>
              <a:rPr lang="en-US" err="1">
                <a:solidFill>
                  <a:srgbClr val="000000"/>
                </a:solidFill>
                <a:latin typeface="Aptos"/>
              </a:rPr>
              <a:t>obiekcie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lub</a:t>
            </a:r>
            <a:r>
              <a:rPr lang="en-US">
                <a:solidFill>
                  <a:srgbClr val="000000"/>
                </a:solidFill>
                <a:latin typeface="Aptos"/>
              </a:rPr>
              <a:t> w </a:t>
            </a:r>
            <a:r>
              <a:rPr lang="en-US" err="1">
                <a:solidFill>
                  <a:srgbClr val="000000"/>
                </a:solidFill>
                <a:latin typeface="Aptos"/>
              </a:rPr>
              <a:t>regulatorze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</a:p>
          <a:p>
            <a:r>
              <a:rPr lang="en-US" err="1">
                <a:solidFill>
                  <a:srgbClr val="000000"/>
                </a:solidFill>
                <a:latin typeface="Aptos"/>
              </a:rPr>
              <a:t>Natomiast</a:t>
            </a:r>
            <a:r>
              <a:rPr lang="en-US">
                <a:solidFill>
                  <a:srgbClr val="000000"/>
                </a:solidFill>
                <a:latin typeface="Aptos"/>
              </a:rPr>
              <a:t> Ramki </a:t>
            </a:r>
            <a:r>
              <a:rPr lang="en-US" err="1">
                <a:solidFill>
                  <a:srgbClr val="000000"/>
                </a:solidFill>
                <a:latin typeface="Aptos"/>
              </a:rPr>
              <a:t>prób</a:t>
            </a:r>
            <a:r>
              <a:rPr lang="en-US" err="1"/>
              <a:t>ki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symulacji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będą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zawierać</a:t>
            </a:r>
            <a:r>
              <a:rPr lang="en-US">
                <a:solidFill>
                  <a:srgbClr val="000000"/>
                </a:solidFill>
                <a:latin typeface="Aptos"/>
              </a:rPr>
              <a:t> ID </a:t>
            </a:r>
            <a:r>
              <a:rPr lang="en-US" err="1">
                <a:solidFill>
                  <a:srgbClr val="000000"/>
                </a:solidFill>
                <a:latin typeface="Aptos"/>
              </a:rPr>
              <a:t>oraz</a:t>
            </a:r>
            <a:r>
              <a:rPr lang="en-US">
                <a:solidFill>
                  <a:srgbClr val="000000"/>
                </a:solidFill>
                <a:latin typeface="Aptos"/>
              </a:rPr>
              <a:t>  </a:t>
            </a:r>
            <a:r>
              <a:rPr lang="en-US" err="1">
                <a:solidFill>
                  <a:srgbClr val="000000"/>
                </a:solidFill>
                <a:latin typeface="Aptos"/>
              </a:rPr>
              <a:t>sterowanie</a:t>
            </a:r>
            <a:r>
              <a:rPr lang="en-US">
                <a:solidFill>
                  <a:srgbClr val="000000"/>
                </a:solidFill>
                <a:latin typeface="Aptos"/>
              </a:rPr>
              <a:t> u(k) </a:t>
            </a:r>
            <a:r>
              <a:rPr lang="en-US" err="1">
                <a:solidFill>
                  <a:srgbClr val="000000"/>
                </a:solidFill>
                <a:latin typeface="Aptos"/>
              </a:rPr>
              <a:t>lub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wartość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regulowana</a:t>
            </a:r>
            <a:r>
              <a:rPr lang="en-US">
                <a:solidFill>
                  <a:srgbClr val="000000"/>
                </a:solidFill>
                <a:latin typeface="Aptos"/>
              </a:rPr>
              <a:t> y(k)</a:t>
            </a:r>
          </a:p>
          <a:p>
            <a:r>
              <a:rPr lang="en-US">
                <a:solidFill>
                  <a:srgbClr val="000000"/>
                </a:solidFill>
                <a:latin typeface="Aptos"/>
              </a:rPr>
              <a:t>Ramki </a:t>
            </a:r>
            <a:r>
              <a:rPr lang="en-US" err="1">
                <a:solidFill>
                  <a:srgbClr val="000000"/>
                </a:solidFill>
                <a:latin typeface="Aptos"/>
              </a:rPr>
              <a:t>będą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wysyłane</a:t>
            </a:r>
            <a:r>
              <a:rPr lang="en-US">
                <a:solidFill>
                  <a:srgbClr val="000000"/>
                </a:solidFill>
                <a:latin typeface="Aptos"/>
              </a:rPr>
              <a:t> za </a:t>
            </a:r>
            <a:r>
              <a:rPr lang="en-US" err="1">
                <a:solidFill>
                  <a:srgbClr val="000000"/>
                </a:solidFill>
                <a:latin typeface="Aptos"/>
              </a:rPr>
              <a:t>pomocą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plików</a:t>
            </a:r>
            <a:r>
              <a:rPr lang="en-US">
                <a:solidFill>
                  <a:srgbClr val="000000"/>
                </a:solidFill>
                <a:latin typeface="Aptos"/>
              </a:rPr>
              <a:t> JSON </a:t>
            </a:r>
            <a:r>
              <a:rPr lang="en-US" err="1">
                <a:solidFill>
                  <a:srgbClr val="000000"/>
                </a:solidFill>
                <a:latin typeface="Aptos"/>
              </a:rPr>
              <a:t>które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oferują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nam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wysoką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czytelność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lub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binarnie</a:t>
            </a:r>
            <a:br>
              <a:rPr lang="en-US">
                <a:solidFill>
                  <a:srgbClr val="000000"/>
                </a:solidFill>
                <a:latin typeface="Aptos"/>
              </a:rPr>
            </a:br>
            <a:br>
              <a:rPr lang="en-US">
                <a:solidFill>
                  <a:srgbClr val="000000"/>
                </a:solidFill>
                <a:latin typeface="Aptos"/>
              </a:rPr>
            </a:br>
            <a:br>
              <a:rPr lang="en-US">
                <a:solidFill>
                  <a:srgbClr val="000000"/>
                </a:solidFill>
                <a:latin typeface="Aptos"/>
              </a:rPr>
            </a:br>
            <a:br>
              <a:rPr lang="en-US">
                <a:solidFill>
                  <a:srgbClr val="000000"/>
                </a:solidFill>
                <a:latin typeface="Aptos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02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E4EE-BE55-A310-D168-BEE96AA49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3F153-3DD0-F84C-385D-FEB14B061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Pomiar</a:t>
            </a:r>
            <a:r>
              <a:rPr lang="en-US"/>
              <a:t> </a:t>
            </a:r>
            <a:r>
              <a:rPr lang="en-US" err="1"/>
              <a:t>wydajności</a:t>
            </a:r>
            <a:r>
              <a:rPr lang="en-US"/>
              <a:t> </a:t>
            </a:r>
            <a:r>
              <a:rPr lang="en-US" err="1"/>
              <a:t>transmisji</a:t>
            </a:r>
            <a:r>
              <a:rPr lang="en-US"/>
              <a:t> </a:t>
            </a:r>
            <a:r>
              <a:rPr lang="en-US" err="1"/>
              <a:t>aplikacja</a:t>
            </a:r>
            <a:r>
              <a:rPr lang="en-US"/>
              <a:t> </a:t>
            </a:r>
            <a:r>
              <a:rPr lang="en-US" err="1"/>
              <a:t>będzie</a:t>
            </a:r>
            <a:r>
              <a:rPr lang="en-US"/>
              <a:t> </a:t>
            </a:r>
            <a:r>
              <a:rPr lang="en-US" err="1"/>
              <a:t>zliczać</a:t>
            </a:r>
            <a:r>
              <a:rPr lang="en-US"/>
              <a:t> </a:t>
            </a:r>
            <a:r>
              <a:rPr lang="en-US" err="1"/>
              <a:t>liczbę</a:t>
            </a:r>
            <a:r>
              <a:rPr lang="en-US"/>
              <a:t> </a:t>
            </a:r>
            <a:r>
              <a:rPr lang="en-US" err="1"/>
              <a:t>otrzymanych</a:t>
            </a:r>
            <a:r>
              <a:rPr lang="en-US"/>
              <a:t> </a:t>
            </a:r>
            <a:r>
              <a:rPr lang="en-US" err="1"/>
              <a:t>pakietów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sekundę</a:t>
            </a:r>
            <a:r>
              <a:rPr lang="en-US"/>
              <a:t> I </a:t>
            </a:r>
            <a:r>
              <a:rPr lang="en-US" err="1"/>
              <a:t>wyświetlać</a:t>
            </a:r>
            <a:r>
              <a:rPr lang="en-US"/>
              <a:t> </a:t>
            </a:r>
            <a:r>
              <a:rPr lang="en-US" err="1"/>
              <a:t>ją</a:t>
            </a:r>
            <a:r>
              <a:rPr lang="en-US"/>
              <a:t> </a:t>
            </a:r>
            <a:r>
              <a:rPr lang="en-US" err="1"/>
              <a:t>dzięki</a:t>
            </a:r>
            <a:r>
              <a:rPr lang="en-US"/>
              <a:t> </a:t>
            </a:r>
            <a:r>
              <a:rPr lang="en-US" err="1"/>
              <a:t>czemu</a:t>
            </a:r>
            <a:r>
              <a:rPr lang="en-US"/>
              <a:t> </a:t>
            </a:r>
            <a:r>
              <a:rPr lang="en-US" err="1"/>
              <a:t>bedziemy</a:t>
            </a:r>
            <a:r>
              <a:rPr lang="en-US"/>
              <a:t> </a:t>
            </a:r>
            <a:r>
              <a:rPr lang="en-US" err="1"/>
              <a:t>mogli</a:t>
            </a:r>
            <a:r>
              <a:rPr lang="en-US"/>
              <a:t> </a:t>
            </a:r>
            <a:r>
              <a:rPr lang="en-US" err="1"/>
              <a:t>łatwo</a:t>
            </a:r>
            <a:r>
              <a:rPr lang="en-US"/>
              <a:t> </a:t>
            </a:r>
            <a:r>
              <a:rPr lang="en-US" err="1"/>
              <a:t>porównać</a:t>
            </a:r>
            <a:r>
              <a:rPr lang="en-US"/>
              <a:t> </a:t>
            </a:r>
            <a:r>
              <a:rPr lang="en-US" err="1"/>
              <a:t>wydajność</a:t>
            </a:r>
            <a:r>
              <a:rPr lang="en-US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39704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9389D3E0-BA02-41D3-B2AC-8FD6AA893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2840E003-A416-65DF-7489-D7E7036828FA}"/>
              </a:ext>
            </a:extLst>
          </p:cNvPr>
          <p:cNvSpPr txBox="1"/>
          <p:nvPr/>
        </p:nvSpPr>
        <p:spPr>
          <a:xfrm>
            <a:off x="838200" y="557189"/>
            <a:ext cx="3966463" cy="55719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>
                <a:latin typeface="+mj-lt"/>
                <a:ea typeface="+mj-ea"/>
                <a:cs typeface="+mj-cs"/>
              </a:rPr>
              <a:t>Serializacja</a:t>
            </a:r>
          </a:p>
        </p:txBody>
      </p: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9EA27D83-8315-566B-DEF3-9D47458B67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16" b="-1"/>
          <a:stretch>
            <a:fillRect/>
          </a:stretch>
        </p:blipFill>
        <p:spPr>
          <a:xfrm>
            <a:off x="5176911" y="720190"/>
            <a:ext cx="6833848" cy="55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93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0C7E4-D5D5-66A1-5E8C-0EE411D6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74E18C1B-CEFF-8C7E-E30A-4B7159450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031A88E-DBF5-8A3D-3111-1BDB904F0432}"/>
              </a:ext>
            </a:extLst>
          </p:cNvPr>
          <p:cNvSpPr txBox="1"/>
          <p:nvPr/>
        </p:nvSpPr>
        <p:spPr>
          <a:xfrm>
            <a:off x="838200" y="557189"/>
            <a:ext cx="3966463" cy="557190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>
                <a:latin typeface="+mj-lt"/>
                <a:ea typeface="+mj-ea"/>
                <a:cs typeface="+mj-cs"/>
              </a:rPr>
              <a:t>Deserializacja</a:t>
            </a:r>
          </a:p>
        </p:txBody>
      </p:sp>
      <p:pic>
        <p:nvPicPr>
          <p:cNvPr id="2" name="Obraz 1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8E475276-E7C9-34D5-3E5A-2A720027D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557" y="721032"/>
            <a:ext cx="6384113" cy="557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75192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Motyw pakietu Office</vt:lpstr>
      <vt:lpstr>Projekt UAR  (sieci komputerowe)</vt:lpstr>
      <vt:lpstr>Błędy  </vt:lpstr>
      <vt:lpstr>Ocena kodu</vt:lpstr>
      <vt:lpstr>Cel protokołu komunikacyjnego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2026-03-29T21:47:33Z</dcterms:created>
  <dcterms:modified xsi:type="dcterms:W3CDTF">2026-04-01T12:02:19Z</dcterms:modified>
</cp:coreProperties>
</file>